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497" r:id="rId3"/>
    <p:sldId id="499" r:id="rId4"/>
    <p:sldId id="500" r:id="rId5"/>
    <p:sldId id="501" r:id="rId6"/>
    <p:sldId id="502" r:id="rId7"/>
    <p:sldId id="503" r:id="rId8"/>
    <p:sldId id="504" r:id="rId9"/>
    <p:sldId id="505" r:id="rId10"/>
    <p:sldId id="506" r:id="rId11"/>
    <p:sldId id="269" r:id="rId12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3741" autoAdjust="0"/>
  </p:normalViewPr>
  <p:slideViewPr>
    <p:cSldViewPr>
      <p:cViewPr>
        <p:scale>
          <a:sx n="66" d="100"/>
          <a:sy n="66" d="100"/>
        </p:scale>
        <p:origin x="1180" y="-1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E3E535-7085-4169-88E7-F54EF3096B0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FAF6905-0F4B-4D73-AFC0-110768058635}">
      <dgm:prSet custT="1"/>
      <dgm:spPr/>
      <dgm:t>
        <a:bodyPr/>
        <a:lstStyle/>
        <a:p>
          <a:pPr algn="ctr"/>
          <a:r>
            <a:rPr lang="en-US" sz="1400" b="1" i="0" kern="1200" baseline="0" dirty="0"/>
            <a:t>At </a:t>
          </a:r>
          <a:r>
            <a:rPr lang="en-US" sz="1400" b="1" i="0" kern="1200" baseline="0" dirty="0">
              <a:solidFill>
                <a:prstClr val="white"/>
              </a:solidFill>
              <a:latin typeface="Calibri"/>
              <a:ea typeface="+mn-ea"/>
              <a:cs typeface="+mn-cs"/>
            </a:rPr>
            <a:t>the end of the month, admin selects the month and clicks “Generate Payroll”</a:t>
          </a:r>
          <a:endParaRPr lang="en-IN" sz="1400" b="1" i="0" kern="1200" baseline="0" dirty="0">
            <a:solidFill>
              <a:prstClr val="white"/>
            </a:solidFill>
            <a:latin typeface="Calibri"/>
            <a:ea typeface="+mn-ea"/>
            <a:cs typeface="+mn-cs"/>
          </a:endParaRPr>
        </a:p>
      </dgm:t>
    </dgm:pt>
    <dgm:pt modelId="{7D41E573-B381-4E48-8616-A92E5B79FB50}" type="parTrans" cxnId="{D5D22049-7108-4D76-BF81-21E5513F94E3}">
      <dgm:prSet/>
      <dgm:spPr/>
      <dgm:t>
        <a:bodyPr/>
        <a:lstStyle/>
        <a:p>
          <a:endParaRPr lang="en-IN"/>
        </a:p>
      </dgm:t>
    </dgm:pt>
    <dgm:pt modelId="{E3E4BFE0-B8FE-4D0E-BB85-30A5970E73BB}" type="sibTrans" cxnId="{D5D22049-7108-4D76-BF81-21E5513F94E3}">
      <dgm:prSet/>
      <dgm:spPr/>
      <dgm:t>
        <a:bodyPr/>
        <a:lstStyle/>
        <a:p>
          <a:endParaRPr lang="en-IN"/>
        </a:p>
      </dgm:t>
    </dgm:pt>
    <dgm:pt modelId="{F680C23F-2AA3-4A5B-9696-7380C25ECF03}">
      <dgm:prSet custT="1"/>
      <dgm:spPr/>
      <dgm:t>
        <a:bodyPr/>
        <a:lstStyle/>
        <a:p>
          <a:pPr algn="ctr"/>
          <a:r>
            <a:rPr lang="en-US" sz="2000" b="1" i="0" baseline="0" dirty="0"/>
            <a:t>Admin creates freelancer accounts</a:t>
          </a:r>
          <a:endParaRPr lang="en-IN" sz="2000" dirty="0"/>
        </a:p>
      </dgm:t>
    </dgm:pt>
    <dgm:pt modelId="{4167F0CD-BC1B-4BCA-B5A1-BBA418FD03EE}" type="parTrans" cxnId="{F8655FFE-C29E-4E6D-8DEE-5A5BE9C450E6}">
      <dgm:prSet/>
      <dgm:spPr/>
      <dgm:t>
        <a:bodyPr/>
        <a:lstStyle/>
        <a:p>
          <a:endParaRPr lang="en-IN"/>
        </a:p>
      </dgm:t>
    </dgm:pt>
    <dgm:pt modelId="{B6EB348C-8E82-4C76-ACF8-E396EC9B5409}" type="sibTrans" cxnId="{F8655FFE-C29E-4E6D-8DEE-5A5BE9C450E6}">
      <dgm:prSet/>
      <dgm:spPr/>
      <dgm:t>
        <a:bodyPr/>
        <a:lstStyle/>
        <a:p>
          <a:endParaRPr lang="en-IN"/>
        </a:p>
      </dgm:t>
    </dgm:pt>
    <dgm:pt modelId="{18C68EA1-71DD-4841-ABBE-A5841A05D3F8}">
      <dgm:prSet custT="1"/>
      <dgm:spPr/>
      <dgm:t>
        <a:bodyPr/>
        <a:lstStyle/>
        <a:p>
          <a:pPr algn="ctr"/>
          <a:r>
            <a:rPr lang="en-US" sz="2000" b="1" i="0" kern="1200" baseline="0" dirty="0">
              <a:solidFill>
                <a:prstClr val="white"/>
              </a:solidFill>
              <a:latin typeface="Calibri"/>
              <a:ea typeface="+mn-ea"/>
              <a:cs typeface="+mn-cs"/>
            </a:rPr>
            <a:t>Freelancers log in and mark attendance daily</a:t>
          </a:r>
          <a:endParaRPr lang="en-IN" sz="2000" b="1" i="0" kern="1200" baseline="0" dirty="0">
            <a:solidFill>
              <a:prstClr val="white"/>
            </a:solidFill>
            <a:latin typeface="Calibri"/>
            <a:ea typeface="+mn-ea"/>
            <a:cs typeface="+mn-cs"/>
          </a:endParaRPr>
        </a:p>
      </dgm:t>
    </dgm:pt>
    <dgm:pt modelId="{BA989BB8-CBFF-4E19-B635-A299BC590261}" type="parTrans" cxnId="{936C6427-93FA-4615-A712-476ED96AD138}">
      <dgm:prSet/>
      <dgm:spPr/>
      <dgm:t>
        <a:bodyPr/>
        <a:lstStyle/>
        <a:p>
          <a:endParaRPr lang="en-IN"/>
        </a:p>
      </dgm:t>
    </dgm:pt>
    <dgm:pt modelId="{501163A8-E910-4871-B4C7-81E0B0DD7ABF}" type="sibTrans" cxnId="{936C6427-93FA-4615-A712-476ED96AD138}">
      <dgm:prSet/>
      <dgm:spPr/>
      <dgm:t>
        <a:bodyPr/>
        <a:lstStyle/>
        <a:p>
          <a:endParaRPr lang="en-IN"/>
        </a:p>
      </dgm:t>
    </dgm:pt>
    <dgm:pt modelId="{D23DC10F-DDA7-450A-A13B-95CEE86CA23B}">
      <dgm:prSet custT="1"/>
      <dgm:spPr/>
      <dgm:t>
        <a:bodyPr/>
        <a:lstStyle/>
        <a:p>
          <a:pPr algn="ctr"/>
          <a:r>
            <a:rPr lang="en-US" sz="2000" b="1" i="0" kern="1200" baseline="0" dirty="0">
              <a:solidFill>
                <a:prstClr val="white"/>
              </a:solidFill>
              <a:latin typeface="Calibri"/>
              <a:ea typeface="+mn-ea"/>
              <a:cs typeface="+mn-cs"/>
            </a:rPr>
            <a:t>Admin sets up pay heads and inputs holidays</a:t>
          </a:r>
          <a:endParaRPr lang="en-IN" sz="2000" b="1" i="0" kern="1200" baseline="0" dirty="0">
            <a:solidFill>
              <a:prstClr val="white"/>
            </a:solidFill>
            <a:latin typeface="Calibri"/>
            <a:ea typeface="+mn-ea"/>
            <a:cs typeface="+mn-cs"/>
          </a:endParaRPr>
        </a:p>
      </dgm:t>
    </dgm:pt>
    <dgm:pt modelId="{A5ACB66F-4CBB-44BF-BAE6-FCE8D267E745}" type="parTrans" cxnId="{43E0D845-1A8E-420C-BD52-0733D5E5D7C3}">
      <dgm:prSet/>
      <dgm:spPr/>
      <dgm:t>
        <a:bodyPr/>
        <a:lstStyle/>
        <a:p>
          <a:endParaRPr lang="en-IN"/>
        </a:p>
      </dgm:t>
    </dgm:pt>
    <dgm:pt modelId="{6E1BD2B9-4C0D-4231-89A7-887798BD0C7B}" type="sibTrans" cxnId="{43E0D845-1A8E-420C-BD52-0733D5E5D7C3}">
      <dgm:prSet/>
      <dgm:spPr/>
      <dgm:t>
        <a:bodyPr/>
        <a:lstStyle/>
        <a:p>
          <a:endParaRPr lang="en-IN"/>
        </a:p>
      </dgm:t>
    </dgm:pt>
    <dgm:pt modelId="{685E1F57-B14C-481F-B056-EA501C6C206A}">
      <dgm:prSet custT="1"/>
      <dgm:spPr/>
      <dgm:t>
        <a:bodyPr/>
        <a:lstStyle/>
        <a:p>
          <a:pPr algn="ctr"/>
          <a:r>
            <a:rPr lang="en-US" sz="2000" b="1" i="0" kern="1200" baseline="0" dirty="0">
              <a:solidFill>
                <a:prstClr val="white"/>
              </a:solidFill>
              <a:latin typeface="Calibri"/>
              <a:ea typeface="+mn-ea"/>
              <a:cs typeface="+mn-cs"/>
            </a:rPr>
            <a:t>System calculates salary using:</a:t>
          </a:r>
          <a:endParaRPr lang="en-IN" sz="2000" b="1" i="0" kern="1200" baseline="0" dirty="0">
            <a:solidFill>
              <a:prstClr val="white"/>
            </a:solidFill>
            <a:latin typeface="Calibri"/>
            <a:ea typeface="+mn-ea"/>
            <a:cs typeface="+mn-cs"/>
          </a:endParaRPr>
        </a:p>
      </dgm:t>
    </dgm:pt>
    <dgm:pt modelId="{BCAC3AE8-E3E7-41AB-A486-3646E0A5ECFE}" type="parTrans" cxnId="{FE33A8FE-E19A-459E-B6B5-209C35D419BE}">
      <dgm:prSet/>
      <dgm:spPr/>
      <dgm:t>
        <a:bodyPr/>
        <a:lstStyle/>
        <a:p>
          <a:endParaRPr lang="en-IN"/>
        </a:p>
      </dgm:t>
    </dgm:pt>
    <dgm:pt modelId="{E87EE24F-12E8-4E6E-B063-6704C5686AC6}" type="sibTrans" cxnId="{FE33A8FE-E19A-459E-B6B5-209C35D419BE}">
      <dgm:prSet/>
      <dgm:spPr/>
      <dgm:t>
        <a:bodyPr/>
        <a:lstStyle/>
        <a:p>
          <a:endParaRPr lang="en-IN"/>
        </a:p>
      </dgm:t>
    </dgm:pt>
    <dgm:pt modelId="{92CB1362-7ED4-416B-9A0D-393FA749A6DD}">
      <dgm:prSet custT="1"/>
      <dgm:spPr/>
      <dgm:t>
        <a:bodyPr/>
        <a:lstStyle/>
        <a:p>
          <a:pPr>
            <a:buNone/>
          </a:pPr>
          <a:r>
            <a:rPr lang="en-US" sz="1400" b="0" i="0" baseline="0" dirty="0"/>
            <a:t>*Total working days                                                 *Overtime (if any)</a:t>
          </a:r>
          <a:endParaRPr lang="en-IN" sz="1400" dirty="0"/>
        </a:p>
      </dgm:t>
    </dgm:pt>
    <dgm:pt modelId="{72DEDF6A-D502-4B61-A729-C33902659752}" type="parTrans" cxnId="{15183793-F118-4527-8598-A1694EB8A0DB}">
      <dgm:prSet/>
      <dgm:spPr/>
      <dgm:t>
        <a:bodyPr/>
        <a:lstStyle/>
        <a:p>
          <a:endParaRPr lang="en-IN"/>
        </a:p>
      </dgm:t>
    </dgm:pt>
    <dgm:pt modelId="{16131E5D-28C8-4350-88A5-4D8F4B46286E}" type="sibTrans" cxnId="{15183793-F118-4527-8598-A1694EB8A0DB}">
      <dgm:prSet/>
      <dgm:spPr/>
      <dgm:t>
        <a:bodyPr/>
        <a:lstStyle/>
        <a:p>
          <a:endParaRPr lang="en-IN"/>
        </a:p>
      </dgm:t>
    </dgm:pt>
    <dgm:pt modelId="{9CDEE925-9B6F-4F5B-9CFF-A7500532DF99}">
      <dgm:prSet custT="1"/>
      <dgm:spPr/>
      <dgm:t>
        <a:bodyPr/>
        <a:lstStyle/>
        <a:p>
          <a:pPr>
            <a:buNone/>
          </a:pPr>
          <a:r>
            <a:rPr lang="en-US" sz="1400" b="0" i="0" baseline="0" dirty="0"/>
            <a:t>*eaves (deducted if unpaid)                                 *Bonuses/Deductions</a:t>
          </a:r>
          <a:endParaRPr lang="en-IN" sz="1400" dirty="0"/>
        </a:p>
      </dgm:t>
    </dgm:pt>
    <dgm:pt modelId="{EC6DBBA7-DE74-4796-B6AD-1EFE5CC1C69D}" type="parTrans" cxnId="{ACE5F5CC-5F8A-490A-834B-2190B8421681}">
      <dgm:prSet/>
      <dgm:spPr/>
      <dgm:t>
        <a:bodyPr/>
        <a:lstStyle/>
        <a:p>
          <a:endParaRPr lang="en-IN"/>
        </a:p>
      </dgm:t>
    </dgm:pt>
    <dgm:pt modelId="{505A1A41-8B99-41A2-AC03-05F93ED6F444}" type="sibTrans" cxnId="{ACE5F5CC-5F8A-490A-834B-2190B8421681}">
      <dgm:prSet/>
      <dgm:spPr/>
      <dgm:t>
        <a:bodyPr/>
        <a:lstStyle/>
        <a:p>
          <a:endParaRPr lang="en-IN"/>
        </a:p>
      </dgm:t>
    </dgm:pt>
    <dgm:pt modelId="{42FBAB16-6303-4CAE-8D35-DFFD6692A02C}">
      <dgm:prSet custT="1"/>
      <dgm:spPr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9050" tIns="19050" rIns="19050" bIns="19050" numCol="1" spcCol="1270" anchor="ctr" anchorCtr="0"/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solidFill>
                <a:prstClr val="white"/>
              </a:solidFill>
              <a:latin typeface="Calibri"/>
              <a:ea typeface="+mn-ea"/>
              <a:cs typeface="+mn-cs"/>
            </a:rPr>
            <a:t>Salary slip is generated and stored</a:t>
          </a:r>
          <a:endParaRPr lang="en-IN" sz="2000" b="1" i="0" kern="1200" baseline="0" dirty="0">
            <a:solidFill>
              <a:prstClr val="white"/>
            </a:solidFill>
            <a:latin typeface="Calibri"/>
            <a:ea typeface="+mn-ea"/>
            <a:cs typeface="+mn-cs"/>
          </a:endParaRPr>
        </a:p>
      </dgm:t>
    </dgm:pt>
    <dgm:pt modelId="{5BC35BF3-394B-4A35-A89D-56C07AF5872E}" type="parTrans" cxnId="{2C611C74-F64E-4378-8D45-72C749F01128}">
      <dgm:prSet/>
      <dgm:spPr/>
      <dgm:t>
        <a:bodyPr/>
        <a:lstStyle/>
        <a:p>
          <a:endParaRPr lang="en-IN"/>
        </a:p>
      </dgm:t>
    </dgm:pt>
    <dgm:pt modelId="{D72063D9-0CE3-4A03-8846-5E21E75A5CF2}" type="sibTrans" cxnId="{2C611C74-F64E-4378-8D45-72C749F01128}">
      <dgm:prSet/>
      <dgm:spPr/>
      <dgm:t>
        <a:bodyPr/>
        <a:lstStyle/>
        <a:p>
          <a:endParaRPr lang="en-IN"/>
        </a:p>
      </dgm:t>
    </dgm:pt>
    <dgm:pt modelId="{83DAFE36-4830-4106-8469-FEB66DF76B33}">
      <dgm:prSet custT="1"/>
      <dgm:spPr/>
      <dgm:t>
        <a:bodyPr/>
        <a:lstStyle/>
        <a:p>
          <a:pPr algn="ctr"/>
          <a:r>
            <a:rPr lang="en-US" sz="2000" b="1" i="0" kern="1200" baseline="0" dirty="0">
              <a:solidFill>
                <a:prstClr val="white"/>
              </a:solidFill>
              <a:latin typeface="Calibri"/>
              <a:ea typeface="+mn-ea"/>
              <a:cs typeface="+mn-cs"/>
            </a:rPr>
            <a:t>Freelancer logs in to view/download the salary slip</a:t>
          </a:r>
          <a:endParaRPr lang="en-IN" sz="2000" b="1" i="0" kern="1200" baseline="0" dirty="0">
            <a:solidFill>
              <a:prstClr val="white"/>
            </a:solidFill>
            <a:latin typeface="Calibri"/>
            <a:ea typeface="+mn-ea"/>
            <a:cs typeface="+mn-cs"/>
          </a:endParaRPr>
        </a:p>
      </dgm:t>
    </dgm:pt>
    <dgm:pt modelId="{5BC9BD74-AA15-40B3-8553-F96E530063A9}" type="parTrans" cxnId="{C3B243F4-6B69-4A44-AA12-24107BD8C9A4}">
      <dgm:prSet/>
      <dgm:spPr/>
      <dgm:t>
        <a:bodyPr/>
        <a:lstStyle/>
        <a:p>
          <a:endParaRPr lang="en-IN"/>
        </a:p>
      </dgm:t>
    </dgm:pt>
    <dgm:pt modelId="{26A319A0-6DD6-4BEC-A371-AFD93063C07C}" type="sibTrans" cxnId="{C3B243F4-6B69-4A44-AA12-24107BD8C9A4}">
      <dgm:prSet/>
      <dgm:spPr/>
      <dgm:t>
        <a:bodyPr/>
        <a:lstStyle/>
        <a:p>
          <a:endParaRPr lang="en-IN"/>
        </a:p>
      </dgm:t>
    </dgm:pt>
    <dgm:pt modelId="{DCEA094F-33EA-4F0E-8365-1D6BD796935E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solidFill>
                <a:prstClr val="white"/>
              </a:solidFill>
              <a:latin typeface="Calibri"/>
              <a:ea typeface="+mn-ea"/>
              <a:cs typeface="+mn-cs"/>
            </a:rPr>
            <a:t>Freelancer can apply for leave, which admin approves or rejects</a:t>
          </a:r>
          <a:endParaRPr lang="en-IN" sz="2000" b="1" i="0" kern="1200" baseline="0" dirty="0">
            <a:solidFill>
              <a:prstClr val="white"/>
            </a:solidFill>
            <a:latin typeface="Calibri"/>
            <a:ea typeface="+mn-ea"/>
            <a:cs typeface="+mn-cs"/>
          </a:endParaRPr>
        </a:p>
      </dgm:t>
    </dgm:pt>
    <dgm:pt modelId="{1E3554CA-A1C0-4D79-AA94-A528DCB7CE09}" type="parTrans" cxnId="{F48A5408-4ED8-4D4F-BA1A-E443E80C5F1A}">
      <dgm:prSet/>
      <dgm:spPr/>
      <dgm:t>
        <a:bodyPr/>
        <a:lstStyle/>
        <a:p>
          <a:endParaRPr lang="en-IN"/>
        </a:p>
      </dgm:t>
    </dgm:pt>
    <dgm:pt modelId="{914DBCBE-2BEC-46D7-81C7-DE92D0D37EAF}" type="sibTrans" cxnId="{F48A5408-4ED8-4D4F-BA1A-E443E80C5F1A}">
      <dgm:prSet/>
      <dgm:spPr/>
      <dgm:t>
        <a:bodyPr/>
        <a:lstStyle/>
        <a:p>
          <a:endParaRPr lang="en-IN"/>
        </a:p>
      </dgm:t>
    </dgm:pt>
    <dgm:pt modelId="{802F4605-4C97-4558-AC2C-1253202A5132}" type="pres">
      <dgm:prSet presAssocID="{35E3E535-7085-4169-88E7-F54EF3096B09}" presName="linear" presStyleCnt="0">
        <dgm:presLayoutVars>
          <dgm:animLvl val="lvl"/>
          <dgm:resizeHandles val="exact"/>
        </dgm:presLayoutVars>
      </dgm:prSet>
      <dgm:spPr/>
    </dgm:pt>
    <dgm:pt modelId="{BD4B9701-2887-4E77-B93F-FAAF4D09EC1E}" type="pres">
      <dgm:prSet presAssocID="{BFAF6905-0F4B-4D73-AFC0-110768058635}" presName="parentText" presStyleLbl="node1" presStyleIdx="0" presStyleCnt="8" custScaleX="99759" custScaleY="123263" custLinFactY="303199" custLinFactNeighborX="-241" custLinFactNeighborY="400000">
        <dgm:presLayoutVars>
          <dgm:chMax val="0"/>
          <dgm:bulletEnabled val="1"/>
        </dgm:presLayoutVars>
      </dgm:prSet>
      <dgm:spPr/>
    </dgm:pt>
    <dgm:pt modelId="{84B64501-86C7-4E67-A9FD-027C5815BABE}" type="pres">
      <dgm:prSet presAssocID="{E3E4BFE0-B8FE-4D0E-BB85-30A5970E73BB}" presName="spacer" presStyleCnt="0"/>
      <dgm:spPr/>
    </dgm:pt>
    <dgm:pt modelId="{E6A9B7DB-A266-42CF-94C1-51CA63714145}" type="pres">
      <dgm:prSet presAssocID="{F680C23F-2AA3-4A5B-9696-7380C25ECF03}" presName="parentText" presStyleLbl="node1" presStyleIdx="1" presStyleCnt="8" custLinFactY="-97285" custLinFactNeighborY="-100000">
        <dgm:presLayoutVars>
          <dgm:chMax val="0"/>
          <dgm:bulletEnabled val="1"/>
        </dgm:presLayoutVars>
      </dgm:prSet>
      <dgm:spPr/>
    </dgm:pt>
    <dgm:pt modelId="{20C7EB3D-58A5-450F-88A4-16B15E96B0F3}" type="pres">
      <dgm:prSet presAssocID="{B6EB348C-8E82-4C76-ACF8-E396EC9B5409}" presName="spacer" presStyleCnt="0"/>
      <dgm:spPr/>
    </dgm:pt>
    <dgm:pt modelId="{C79493D8-0354-4A0B-8779-52249020067D}" type="pres">
      <dgm:prSet presAssocID="{18C68EA1-71DD-4841-ABBE-A5841A05D3F8}" presName="parentText" presStyleLbl="node1" presStyleIdx="2" presStyleCnt="8" custLinFactY="-100000" custLinFactNeighborX="-765" custLinFactNeighborY="-101298">
        <dgm:presLayoutVars>
          <dgm:chMax val="0"/>
          <dgm:bulletEnabled val="1"/>
        </dgm:presLayoutVars>
      </dgm:prSet>
      <dgm:spPr/>
    </dgm:pt>
    <dgm:pt modelId="{824996DE-200E-4115-914D-AB084A2851FD}" type="pres">
      <dgm:prSet presAssocID="{501163A8-E910-4871-B4C7-81E0B0DD7ABF}" presName="spacer" presStyleCnt="0"/>
      <dgm:spPr/>
    </dgm:pt>
    <dgm:pt modelId="{B1EE727F-C7F0-4D43-B577-FC629888D3BF}" type="pres">
      <dgm:prSet presAssocID="{D23DC10F-DDA7-450A-A13B-95CEE86CA23B}" presName="parentText" presStyleLbl="node1" presStyleIdx="3" presStyleCnt="8" custLinFactY="-100194" custLinFactNeighborY="-200000">
        <dgm:presLayoutVars>
          <dgm:chMax val="0"/>
          <dgm:bulletEnabled val="1"/>
        </dgm:presLayoutVars>
      </dgm:prSet>
      <dgm:spPr/>
    </dgm:pt>
    <dgm:pt modelId="{4762EF8A-C670-4CCB-AE49-1110515B627D}" type="pres">
      <dgm:prSet presAssocID="{6E1BD2B9-4C0D-4231-89A7-887798BD0C7B}" presName="spacer" presStyleCnt="0"/>
      <dgm:spPr/>
    </dgm:pt>
    <dgm:pt modelId="{A021C11B-69D1-457A-8A8B-84D64BE009EF}" type="pres">
      <dgm:prSet presAssocID="{685E1F57-B14C-481F-B056-EA501C6C206A}" presName="parentText" presStyleLbl="node1" presStyleIdx="4" presStyleCnt="8" custScaleY="101838" custLinFactNeighborY="-2968">
        <dgm:presLayoutVars>
          <dgm:chMax val="0"/>
          <dgm:bulletEnabled val="1"/>
        </dgm:presLayoutVars>
      </dgm:prSet>
      <dgm:spPr/>
    </dgm:pt>
    <dgm:pt modelId="{1D0E0CD4-9C99-4B25-8767-0AC70F93A342}" type="pres">
      <dgm:prSet presAssocID="{685E1F57-B14C-481F-B056-EA501C6C206A}" presName="childText" presStyleLbl="revTx" presStyleIdx="0" presStyleCnt="1" custScaleY="140722">
        <dgm:presLayoutVars>
          <dgm:bulletEnabled val="1"/>
        </dgm:presLayoutVars>
      </dgm:prSet>
      <dgm:spPr/>
    </dgm:pt>
    <dgm:pt modelId="{4E20FC04-3F6E-4CE8-9A8C-1284C09B8CC4}" type="pres">
      <dgm:prSet presAssocID="{42FBAB16-6303-4CAE-8D35-DFFD6692A02C}" presName="parentText" presStyleLbl="node1" presStyleIdx="5" presStyleCnt="8" custLinFactY="6044" custLinFactNeighborY="100000">
        <dgm:presLayoutVars>
          <dgm:chMax val="0"/>
          <dgm:bulletEnabled val="1"/>
        </dgm:presLayoutVars>
      </dgm:prSet>
      <dgm:spPr>
        <a:xfrm>
          <a:off x="0" y="3317643"/>
          <a:ext cx="5695492" cy="528725"/>
        </a:xfrm>
        <a:prstGeom prst="roundRect">
          <a:avLst/>
        </a:prstGeom>
      </dgm:spPr>
    </dgm:pt>
    <dgm:pt modelId="{7EF62CD8-7998-4534-AB42-3E07E89E09DD}" type="pres">
      <dgm:prSet presAssocID="{D72063D9-0CE3-4A03-8846-5E21E75A5CF2}" presName="spacer" presStyleCnt="0"/>
      <dgm:spPr/>
    </dgm:pt>
    <dgm:pt modelId="{65079825-3E8E-441D-84F9-2FB2782E1BFF}" type="pres">
      <dgm:prSet presAssocID="{83DAFE36-4830-4106-8469-FEB66DF76B33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26792B59-8E93-45A3-A2A6-30F72D510AE1}" type="pres">
      <dgm:prSet presAssocID="{26A319A0-6DD6-4BEC-A371-AFD93063C07C}" presName="spacer" presStyleCnt="0"/>
      <dgm:spPr/>
    </dgm:pt>
    <dgm:pt modelId="{B2EB89CF-78D6-4064-AC5A-F31A0BAA4268}" type="pres">
      <dgm:prSet presAssocID="{DCEA094F-33EA-4F0E-8365-1D6BD796935E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F48A5408-4ED8-4D4F-BA1A-E443E80C5F1A}" srcId="{35E3E535-7085-4169-88E7-F54EF3096B09}" destId="{DCEA094F-33EA-4F0E-8365-1D6BD796935E}" srcOrd="7" destOrd="0" parTransId="{1E3554CA-A1C0-4D79-AA94-A528DCB7CE09}" sibTransId="{914DBCBE-2BEC-46D7-81C7-DE92D0D37EAF}"/>
    <dgm:cxn modelId="{BD62C90F-FEB7-4264-9981-F8BDD43014D7}" type="presOf" srcId="{685E1F57-B14C-481F-B056-EA501C6C206A}" destId="{A021C11B-69D1-457A-8A8B-84D64BE009EF}" srcOrd="0" destOrd="0" presId="urn:microsoft.com/office/officeart/2005/8/layout/vList2"/>
    <dgm:cxn modelId="{2A704115-8481-4BFB-A707-169B030619FB}" type="presOf" srcId="{92CB1362-7ED4-416B-9A0D-393FA749A6DD}" destId="{1D0E0CD4-9C99-4B25-8767-0AC70F93A342}" srcOrd="0" destOrd="0" presId="urn:microsoft.com/office/officeart/2005/8/layout/vList2"/>
    <dgm:cxn modelId="{8F2B9F18-7A06-4D07-B838-AD6F059930EC}" type="presOf" srcId="{18C68EA1-71DD-4841-ABBE-A5841A05D3F8}" destId="{C79493D8-0354-4A0B-8779-52249020067D}" srcOrd="0" destOrd="0" presId="urn:microsoft.com/office/officeart/2005/8/layout/vList2"/>
    <dgm:cxn modelId="{3B0D5A1F-119B-412C-868E-BA59FDD3196B}" type="presOf" srcId="{35E3E535-7085-4169-88E7-F54EF3096B09}" destId="{802F4605-4C97-4558-AC2C-1253202A5132}" srcOrd="0" destOrd="0" presId="urn:microsoft.com/office/officeart/2005/8/layout/vList2"/>
    <dgm:cxn modelId="{936C6427-93FA-4615-A712-476ED96AD138}" srcId="{35E3E535-7085-4169-88E7-F54EF3096B09}" destId="{18C68EA1-71DD-4841-ABBE-A5841A05D3F8}" srcOrd="2" destOrd="0" parTransId="{BA989BB8-CBFF-4E19-B635-A299BC590261}" sibTransId="{501163A8-E910-4871-B4C7-81E0B0DD7ABF}"/>
    <dgm:cxn modelId="{43E0D845-1A8E-420C-BD52-0733D5E5D7C3}" srcId="{35E3E535-7085-4169-88E7-F54EF3096B09}" destId="{D23DC10F-DDA7-450A-A13B-95CEE86CA23B}" srcOrd="3" destOrd="0" parTransId="{A5ACB66F-4CBB-44BF-BAE6-FCE8D267E745}" sibTransId="{6E1BD2B9-4C0D-4231-89A7-887798BD0C7B}"/>
    <dgm:cxn modelId="{D5D22049-7108-4D76-BF81-21E5513F94E3}" srcId="{35E3E535-7085-4169-88E7-F54EF3096B09}" destId="{BFAF6905-0F4B-4D73-AFC0-110768058635}" srcOrd="0" destOrd="0" parTransId="{7D41E573-B381-4E48-8616-A92E5B79FB50}" sibTransId="{E3E4BFE0-B8FE-4D0E-BB85-30A5970E73BB}"/>
    <dgm:cxn modelId="{BD7EE24A-C37A-44BE-9D97-E65F51D3575E}" type="presOf" srcId="{BFAF6905-0F4B-4D73-AFC0-110768058635}" destId="{BD4B9701-2887-4E77-B93F-FAAF4D09EC1E}" srcOrd="0" destOrd="0" presId="urn:microsoft.com/office/officeart/2005/8/layout/vList2"/>
    <dgm:cxn modelId="{2C611C74-F64E-4378-8D45-72C749F01128}" srcId="{35E3E535-7085-4169-88E7-F54EF3096B09}" destId="{42FBAB16-6303-4CAE-8D35-DFFD6692A02C}" srcOrd="5" destOrd="0" parTransId="{5BC35BF3-394B-4A35-A89D-56C07AF5872E}" sibTransId="{D72063D9-0CE3-4A03-8846-5E21E75A5CF2}"/>
    <dgm:cxn modelId="{E9592D58-DAEC-4941-8A02-7CAE506E42AB}" type="presOf" srcId="{F680C23F-2AA3-4A5B-9696-7380C25ECF03}" destId="{E6A9B7DB-A266-42CF-94C1-51CA63714145}" srcOrd="0" destOrd="0" presId="urn:microsoft.com/office/officeart/2005/8/layout/vList2"/>
    <dgm:cxn modelId="{E9CBA27F-8F54-41ED-96D2-F0783E249B25}" type="presOf" srcId="{DCEA094F-33EA-4F0E-8365-1D6BD796935E}" destId="{B2EB89CF-78D6-4064-AC5A-F31A0BAA4268}" srcOrd="0" destOrd="0" presId="urn:microsoft.com/office/officeart/2005/8/layout/vList2"/>
    <dgm:cxn modelId="{D0F95082-1C2D-4479-A4C4-55E8420149CC}" type="presOf" srcId="{42FBAB16-6303-4CAE-8D35-DFFD6692A02C}" destId="{4E20FC04-3F6E-4CE8-9A8C-1284C09B8CC4}" srcOrd="0" destOrd="0" presId="urn:microsoft.com/office/officeart/2005/8/layout/vList2"/>
    <dgm:cxn modelId="{15183793-F118-4527-8598-A1694EB8A0DB}" srcId="{685E1F57-B14C-481F-B056-EA501C6C206A}" destId="{92CB1362-7ED4-416B-9A0D-393FA749A6DD}" srcOrd="0" destOrd="0" parTransId="{72DEDF6A-D502-4B61-A729-C33902659752}" sibTransId="{16131E5D-28C8-4350-88A5-4D8F4B46286E}"/>
    <dgm:cxn modelId="{2BB6B9A0-5DCB-418D-9AA9-E94BF14FA9CB}" type="presOf" srcId="{83DAFE36-4830-4106-8469-FEB66DF76B33}" destId="{65079825-3E8E-441D-84F9-2FB2782E1BFF}" srcOrd="0" destOrd="0" presId="urn:microsoft.com/office/officeart/2005/8/layout/vList2"/>
    <dgm:cxn modelId="{ACE5F5CC-5F8A-490A-834B-2190B8421681}" srcId="{685E1F57-B14C-481F-B056-EA501C6C206A}" destId="{9CDEE925-9B6F-4F5B-9CFF-A7500532DF99}" srcOrd="1" destOrd="0" parTransId="{EC6DBBA7-DE74-4796-B6AD-1EFE5CC1C69D}" sibTransId="{505A1A41-8B99-41A2-AC03-05F93ED6F444}"/>
    <dgm:cxn modelId="{B21427EE-8137-41A5-BD16-CA29AA521A11}" type="presOf" srcId="{9CDEE925-9B6F-4F5B-9CFF-A7500532DF99}" destId="{1D0E0CD4-9C99-4B25-8767-0AC70F93A342}" srcOrd="0" destOrd="1" presId="urn:microsoft.com/office/officeart/2005/8/layout/vList2"/>
    <dgm:cxn modelId="{C3B243F4-6B69-4A44-AA12-24107BD8C9A4}" srcId="{35E3E535-7085-4169-88E7-F54EF3096B09}" destId="{83DAFE36-4830-4106-8469-FEB66DF76B33}" srcOrd="6" destOrd="0" parTransId="{5BC9BD74-AA15-40B3-8553-F96E530063A9}" sibTransId="{26A319A0-6DD6-4BEC-A371-AFD93063C07C}"/>
    <dgm:cxn modelId="{AD4B41F6-8EED-473C-BDFC-693ACD3498C5}" type="presOf" srcId="{D23DC10F-DDA7-450A-A13B-95CEE86CA23B}" destId="{B1EE727F-C7F0-4D43-B577-FC629888D3BF}" srcOrd="0" destOrd="0" presId="urn:microsoft.com/office/officeart/2005/8/layout/vList2"/>
    <dgm:cxn modelId="{F8655FFE-C29E-4E6D-8DEE-5A5BE9C450E6}" srcId="{35E3E535-7085-4169-88E7-F54EF3096B09}" destId="{F680C23F-2AA3-4A5B-9696-7380C25ECF03}" srcOrd="1" destOrd="0" parTransId="{4167F0CD-BC1B-4BCA-B5A1-BBA418FD03EE}" sibTransId="{B6EB348C-8E82-4C76-ACF8-E396EC9B5409}"/>
    <dgm:cxn modelId="{FE33A8FE-E19A-459E-B6B5-209C35D419BE}" srcId="{35E3E535-7085-4169-88E7-F54EF3096B09}" destId="{685E1F57-B14C-481F-B056-EA501C6C206A}" srcOrd="4" destOrd="0" parTransId="{BCAC3AE8-E3E7-41AB-A486-3646E0A5ECFE}" sibTransId="{E87EE24F-12E8-4E6E-B063-6704C5686AC6}"/>
    <dgm:cxn modelId="{4D81F02B-C3E5-4FE9-9E77-6B1AB5B323DA}" type="presParOf" srcId="{802F4605-4C97-4558-AC2C-1253202A5132}" destId="{BD4B9701-2887-4E77-B93F-FAAF4D09EC1E}" srcOrd="0" destOrd="0" presId="urn:microsoft.com/office/officeart/2005/8/layout/vList2"/>
    <dgm:cxn modelId="{C8D6ECBD-9989-44BB-AF50-6A3BAC06E00D}" type="presParOf" srcId="{802F4605-4C97-4558-AC2C-1253202A5132}" destId="{84B64501-86C7-4E67-A9FD-027C5815BABE}" srcOrd="1" destOrd="0" presId="urn:microsoft.com/office/officeart/2005/8/layout/vList2"/>
    <dgm:cxn modelId="{EC01FF8F-AEB8-431B-B7E8-D42EB8DC318C}" type="presParOf" srcId="{802F4605-4C97-4558-AC2C-1253202A5132}" destId="{E6A9B7DB-A266-42CF-94C1-51CA63714145}" srcOrd="2" destOrd="0" presId="urn:microsoft.com/office/officeart/2005/8/layout/vList2"/>
    <dgm:cxn modelId="{E870A81E-C935-4673-A718-88E8DCD3DAC7}" type="presParOf" srcId="{802F4605-4C97-4558-AC2C-1253202A5132}" destId="{20C7EB3D-58A5-450F-88A4-16B15E96B0F3}" srcOrd="3" destOrd="0" presId="urn:microsoft.com/office/officeart/2005/8/layout/vList2"/>
    <dgm:cxn modelId="{235B3AA7-055B-404E-B542-71B99744F772}" type="presParOf" srcId="{802F4605-4C97-4558-AC2C-1253202A5132}" destId="{C79493D8-0354-4A0B-8779-52249020067D}" srcOrd="4" destOrd="0" presId="urn:microsoft.com/office/officeart/2005/8/layout/vList2"/>
    <dgm:cxn modelId="{CB01C556-F6F1-4F28-9697-B12BE9CDF8AB}" type="presParOf" srcId="{802F4605-4C97-4558-AC2C-1253202A5132}" destId="{824996DE-200E-4115-914D-AB084A2851FD}" srcOrd="5" destOrd="0" presId="urn:microsoft.com/office/officeart/2005/8/layout/vList2"/>
    <dgm:cxn modelId="{D02843B0-E74B-47D3-B8C9-562659D10124}" type="presParOf" srcId="{802F4605-4C97-4558-AC2C-1253202A5132}" destId="{B1EE727F-C7F0-4D43-B577-FC629888D3BF}" srcOrd="6" destOrd="0" presId="urn:microsoft.com/office/officeart/2005/8/layout/vList2"/>
    <dgm:cxn modelId="{3D7DE425-C0AD-4295-97C2-49A28C7FE799}" type="presParOf" srcId="{802F4605-4C97-4558-AC2C-1253202A5132}" destId="{4762EF8A-C670-4CCB-AE49-1110515B627D}" srcOrd="7" destOrd="0" presId="urn:microsoft.com/office/officeart/2005/8/layout/vList2"/>
    <dgm:cxn modelId="{1920105B-0C2F-4B95-9071-537B442ECCBC}" type="presParOf" srcId="{802F4605-4C97-4558-AC2C-1253202A5132}" destId="{A021C11B-69D1-457A-8A8B-84D64BE009EF}" srcOrd="8" destOrd="0" presId="urn:microsoft.com/office/officeart/2005/8/layout/vList2"/>
    <dgm:cxn modelId="{D3969883-C8F2-46BF-BF82-5B0CE5569E36}" type="presParOf" srcId="{802F4605-4C97-4558-AC2C-1253202A5132}" destId="{1D0E0CD4-9C99-4B25-8767-0AC70F93A342}" srcOrd="9" destOrd="0" presId="urn:microsoft.com/office/officeart/2005/8/layout/vList2"/>
    <dgm:cxn modelId="{74F19E60-3317-4384-BC9E-58EED800F08B}" type="presParOf" srcId="{802F4605-4C97-4558-AC2C-1253202A5132}" destId="{4E20FC04-3F6E-4CE8-9A8C-1284C09B8CC4}" srcOrd="10" destOrd="0" presId="urn:microsoft.com/office/officeart/2005/8/layout/vList2"/>
    <dgm:cxn modelId="{98950C6C-9D14-4B3C-ACAA-FF9E6CFE0D33}" type="presParOf" srcId="{802F4605-4C97-4558-AC2C-1253202A5132}" destId="{7EF62CD8-7998-4534-AB42-3E07E89E09DD}" srcOrd="11" destOrd="0" presId="urn:microsoft.com/office/officeart/2005/8/layout/vList2"/>
    <dgm:cxn modelId="{AE26B488-BC5D-45F4-9AC1-2C7D9882BE3C}" type="presParOf" srcId="{802F4605-4C97-4558-AC2C-1253202A5132}" destId="{65079825-3E8E-441D-84F9-2FB2782E1BFF}" srcOrd="12" destOrd="0" presId="urn:microsoft.com/office/officeart/2005/8/layout/vList2"/>
    <dgm:cxn modelId="{0D6756A9-5DDB-4E9D-B552-BB96412A2B25}" type="presParOf" srcId="{802F4605-4C97-4558-AC2C-1253202A5132}" destId="{26792B59-8E93-45A3-A2A6-30F72D510AE1}" srcOrd="13" destOrd="0" presId="urn:microsoft.com/office/officeart/2005/8/layout/vList2"/>
    <dgm:cxn modelId="{670A1EC6-83C8-47D1-92D9-513AA5242E76}" type="presParOf" srcId="{802F4605-4C97-4558-AC2C-1253202A5132}" destId="{B2EB89CF-78D6-4064-AC5A-F31A0BAA4268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5FECA4-5810-418E-9548-0E5EB33174CD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E1DEDF0-E9D3-4C89-ACB5-FCAA65E11198}">
      <dgm:prSet/>
      <dgm:spPr/>
      <dgm:t>
        <a:bodyPr/>
        <a:lstStyle/>
        <a:p>
          <a:r>
            <a:rPr lang="en-IN" dirty="0"/>
            <a:t> Requirement Analysis :</a:t>
          </a:r>
        </a:p>
        <a:p>
          <a:r>
            <a:rPr lang="en-IN" dirty="0"/>
            <a:t> Identify user requirements and technical specification</a:t>
          </a:r>
        </a:p>
      </dgm:t>
    </dgm:pt>
    <dgm:pt modelId="{93C861C7-343A-48EE-A922-868C44A9CEB3}" type="parTrans" cxnId="{D683194E-1078-4917-9343-BD278589F5A6}">
      <dgm:prSet/>
      <dgm:spPr/>
      <dgm:t>
        <a:bodyPr/>
        <a:lstStyle/>
        <a:p>
          <a:endParaRPr lang="en-IN"/>
        </a:p>
      </dgm:t>
    </dgm:pt>
    <dgm:pt modelId="{04D9799B-E6A0-4D15-934C-F472ACD69869}" type="sibTrans" cxnId="{D683194E-1078-4917-9343-BD278589F5A6}">
      <dgm:prSet/>
      <dgm:spPr/>
      <dgm:t>
        <a:bodyPr/>
        <a:lstStyle/>
        <a:p>
          <a:endParaRPr lang="en-IN"/>
        </a:p>
      </dgm:t>
    </dgm:pt>
    <dgm:pt modelId="{1F37D307-881C-4317-8718-A5FB65E1CD34}">
      <dgm:prSet/>
      <dgm:spPr/>
      <dgm:t>
        <a:bodyPr/>
        <a:lstStyle/>
        <a:p>
          <a:r>
            <a:rPr lang="en-IN" dirty="0"/>
            <a:t>System Design :</a:t>
          </a:r>
        </a:p>
        <a:p>
          <a:r>
            <a:rPr lang="en-IN" dirty="0"/>
            <a:t> Sketch UI components</a:t>
          </a:r>
        </a:p>
      </dgm:t>
    </dgm:pt>
    <dgm:pt modelId="{5DD89627-EBB6-4C5B-A0B3-77D64DB19CE4}" type="parTrans" cxnId="{A32F4B79-915C-4969-BB99-EBBCD61D3216}">
      <dgm:prSet/>
      <dgm:spPr/>
      <dgm:t>
        <a:bodyPr/>
        <a:lstStyle/>
        <a:p>
          <a:endParaRPr lang="en-IN"/>
        </a:p>
      </dgm:t>
    </dgm:pt>
    <dgm:pt modelId="{E1605D64-C964-46F6-84DF-17F1460971F9}" type="sibTrans" cxnId="{A32F4B79-915C-4969-BB99-EBBCD61D3216}">
      <dgm:prSet/>
      <dgm:spPr/>
      <dgm:t>
        <a:bodyPr/>
        <a:lstStyle/>
        <a:p>
          <a:endParaRPr lang="en-IN"/>
        </a:p>
      </dgm:t>
    </dgm:pt>
    <dgm:pt modelId="{293717C1-9763-469C-8FC2-56047392F82D}">
      <dgm:prSet/>
      <dgm:spPr/>
      <dgm:t>
        <a:bodyPr/>
        <a:lstStyle/>
        <a:p>
          <a:r>
            <a:rPr lang="en-IN" dirty="0"/>
            <a:t> Development:</a:t>
          </a:r>
        </a:p>
        <a:p>
          <a:r>
            <a:rPr lang="en-IN" dirty="0"/>
            <a:t> Implement backend logic, APIs and frontend UI</a:t>
          </a:r>
        </a:p>
      </dgm:t>
    </dgm:pt>
    <dgm:pt modelId="{D9AAABAB-237E-4265-BEB0-9DC15C37525E}" type="parTrans" cxnId="{640CC823-4400-4502-BBA3-339113C682F3}">
      <dgm:prSet/>
      <dgm:spPr/>
      <dgm:t>
        <a:bodyPr/>
        <a:lstStyle/>
        <a:p>
          <a:endParaRPr lang="en-IN"/>
        </a:p>
      </dgm:t>
    </dgm:pt>
    <dgm:pt modelId="{67ABCFA6-D037-4A52-8A18-DFA49D4B8791}" type="sibTrans" cxnId="{640CC823-4400-4502-BBA3-339113C682F3}">
      <dgm:prSet/>
      <dgm:spPr/>
      <dgm:t>
        <a:bodyPr/>
        <a:lstStyle/>
        <a:p>
          <a:endParaRPr lang="en-IN"/>
        </a:p>
      </dgm:t>
    </dgm:pt>
    <dgm:pt modelId="{DE7F21FD-37E1-467F-9BB3-7B1199949A42}">
      <dgm:prSet/>
      <dgm:spPr/>
      <dgm:t>
        <a:bodyPr/>
        <a:lstStyle/>
        <a:p>
          <a:r>
            <a:rPr lang="en-IN" dirty="0"/>
            <a:t> Testing :</a:t>
          </a:r>
        </a:p>
        <a:p>
          <a:r>
            <a:rPr lang="en-IN" dirty="0"/>
            <a:t> Unit testing, security testing and performance evaluation.</a:t>
          </a:r>
        </a:p>
      </dgm:t>
    </dgm:pt>
    <dgm:pt modelId="{40EF9FB1-9AE9-4748-9C32-4B79A31711B4}" type="parTrans" cxnId="{582FA95A-1B8E-422D-B342-03F5CE00B120}">
      <dgm:prSet/>
      <dgm:spPr/>
      <dgm:t>
        <a:bodyPr/>
        <a:lstStyle/>
        <a:p>
          <a:endParaRPr lang="en-IN"/>
        </a:p>
      </dgm:t>
    </dgm:pt>
    <dgm:pt modelId="{E2A2FA54-8558-4AAE-99A2-947647BB5C3E}" type="sibTrans" cxnId="{582FA95A-1B8E-422D-B342-03F5CE00B120}">
      <dgm:prSet/>
      <dgm:spPr/>
      <dgm:t>
        <a:bodyPr/>
        <a:lstStyle/>
        <a:p>
          <a:endParaRPr lang="en-IN"/>
        </a:p>
      </dgm:t>
    </dgm:pt>
    <dgm:pt modelId="{CA4A3193-5BCD-4495-9E9A-7A8ACD3A5F9F}">
      <dgm:prSet/>
      <dgm:spPr/>
      <dgm:t>
        <a:bodyPr/>
        <a:lstStyle/>
        <a:p>
          <a:r>
            <a:rPr lang="en-IN" dirty="0"/>
            <a:t>Deploy –</a:t>
          </a:r>
        </a:p>
        <a:p>
          <a:r>
            <a:rPr lang="en-IN" dirty="0"/>
            <a:t> Implement and collect end-user feedback</a:t>
          </a:r>
        </a:p>
      </dgm:t>
    </dgm:pt>
    <dgm:pt modelId="{D80ECC82-1E03-4487-934C-8D3C15F202EE}" type="parTrans" cxnId="{FAA4781E-19E3-4C9A-A7FE-7B5AD052ABA5}">
      <dgm:prSet/>
      <dgm:spPr/>
      <dgm:t>
        <a:bodyPr/>
        <a:lstStyle/>
        <a:p>
          <a:endParaRPr lang="en-IN"/>
        </a:p>
      </dgm:t>
    </dgm:pt>
    <dgm:pt modelId="{40C776EE-1C59-4C97-9DBE-C752B33447F8}" type="sibTrans" cxnId="{FAA4781E-19E3-4C9A-A7FE-7B5AD052ABA5}">
      <dgm:prSet/>
      <dgm:spPr/>
      <dgm:t>
        <a:bodyPr/>
        <a:lstStyle/>
        <a:p>
          <a:endParaRPr lang="en-IN"/>
        </a:p>
      </dgm:t>
    </dgm:pt>
    <dgm:pt modelId="{1BC5E749-0B95-43AA-B0F8-EF294347370F}">
      <dgm:prSet/>
      <dgm:spPr/>
      <dgm:t>
        <a:bodyPr/>
        <a:lstStyle/>
        <a:p>
          <a:r>
            <a:rPr lang="en-IN" dirty="0"/>
            <a:t>Continuous Improvement – </a:t>
          </a:r>
        </a:p>
        <a:p>
          <a:r>
            <a:rPr lang="en-IN" dirty="0"/>
            <a:t>Add in more features enhancement</a:t>
          </a:r>
        </a:p>
      </dgm:t>
    </dgm:pt>
    <dgm:pt modelId="{2FA72E32-04AA-4A2E-BB4F-F793732F235B}" type="parTrans" cxnId="{F8E4D11C-40EA-4945-87BA-183DB6F2225F}">
      <dgm:prSet/>
      <dgm:spPr/>
      <dgm:t>
        <a:bodyPr/>
        <a:lstStyle/>
        <a:p>
          <a:endParaRPr lang="en-IN"/>
        </a:p>
      </dgm:t>
    </dgm:pt>
    <dgm:pt modelId="{C7006037-A4AD-4116-B695-EC738A9C91A2}" type="sibTrans" cxnId="{F8E4D11C-40EA-4945-87BA-183DB6F2225F}">
      <dgm:prSet/>
      <dgm:spPr/>
      <dgm:t>
        <a:bodyPr/>
        <a:lstStyle/>
        <a:p>
          <a:endParaRPr lang="en-IN"/>
        </a:p>
      </dgm:t>
    </dgm:pt>
    <dgm:pt modelId="{769FDC95-73A8-44ED-BAA9-78A61E6B4AAE}" type="pres">
      <dgm:prSet presAssocID="{E65FECA4-5810-418E-9548-0E5EB33174CD}" presName="CompostProcess" presStyleCnt="0">
        <dgm:presLayoutVars>
          <dgm:dir/>
          <dgm:resizeHandles val="exact"/>
        </dgm:presLayoutVars>
      </dgm:prSet>
      <dgm:spPr/>
    </dgm:pt>
    <dgm:pt modelId="{B7BE27BF-68C4-4B19-A611-97DFCA5D5FBA}" type="pres">
      <dgm:prSet presAssocID="{E65FECA4-5810-418E-9548-0E5EB33174CD}" presName="arrow" presStyleLbl="bgShp" presStyleIdx="0" presStyleCnt="1"/>
      <dgm:spPr/>
    </dgm:pt>
    <dgm:pt modelId="{B8F687A7-B51A-480E-8AE0-46C8DE1B5233}" type="pres">
      <dgm:prSet presAssocID="{E65FECA4-5810-418E-9548-0E5EB33174CD}" presName="linearProcess" presStyleCnt="0"/>
      <dgm:spPr/>
    </dgm:pt>
    <dgm:pt modelId="{7E4869BB-9B01-462D-A18E-B9678F75FEB6}" type="pres">
      <dgm:prSet presAssocID="{9E1DEDF0-E9D3-4C89-ACB5-FCAA65E11198}" presName="textNode" presStyleLbl="node1" presStyleIdx="0" presStyleCnt="6">
        <dgm:presLayoutVars>
          <dgm:bulletEnabled val="1"/>
        </dgm:presLayoutVars>
      </dgm:prSet>
      <dgm:spPr/>
    </dgm:pt>
    <dgm:pt modelId="{C3073CA3-2710-4A4C-A164-9473360219EA}" type="pres">
      <dgm:prSet presAssocID="{04D9799B-E6A0-4D15-934C-F472ACD69869}" presName="sibTrans" presStyleCnt="0"/>
      <dgm:spPr/>
    </dgm:pt>
    <dgm:pt modelId="{443DCD5C-B6ED-4607-B9C3-E1CA475FF06E}" type="pres">
      <dgm:prSet presAssocID="{1F37D307-881C-4317-8718-A5FB65E1CD34}" presName="textNode" presStyleLbl="node1" presStyleIdx="1" presStyleCnt="6">
        <dgm:presLayoutVars>
          <dgm:bulletEnabled val="1"/>
        </dgm:presLayoutVars>
      </dgm:prSet>
      <dgm:spPr/>
    </dgm:pt>
    <dgm:pt modelId="{7EB46DBD-26C0-4883-80B3-6D318A6EE0D0}" type="pres">
      <dgm:prSet presAssocID="{E1605D64-C964-46F6-84DF-17F1460971F9}" presName="sibTrans" presStyleCnt="0"/>
      <dgm:spPr/>
    </dgm:pt>
    <dgm:pt modelId="{B94FBB8D-1046-47AA-8919-0C7EEACAF7FB}" type="pres">
      <dgm:prSet presAssocID="{293717C1-9763-469C-8FC2-56047392F82D}" presName="textNode" presStyleLbl="node1" presStyleIdx="2" presStyleCnt="6">
        <dgm:presLayoutVars>
          <dgm:bulletEnabled val="1"/>
        </dgm:presLayoutVars>
      </dgm:prSet>
      <dgm:spPr/>
    </dgm:pt>
    <dgm:pt modelId="{FE70368A-070D-4EFB-86D1-FDB14F7ADE0E}" type="pres">
      <dgm:prSet presAssocID="{67ABCFA6-D037-4A52-8A18-DFA49D4B8791}" presName="sibTrans" presStyleCnt="0"/>
      <dgm:spPr/>
    </dgm:pt>
    <dgm:pt modelId="{CB21863C-A563-43B7-A3C6-1450E0FC966C}" type="pres">
      <dgm:prSet presAssocID="{DE7F21FD-37E1-467F-9BB3-7B1199949A42}" presName="textNode" presStyleLbl="node1" presStyleIdx="3" presStyleCnt="6">
        <dgm:presLayoutVars>
          <dgm:bulletEnabled val="1"/>
        </dgm:presLayoutVars>
      </dgm:prSet>
      <dgm:spPr/>
    </dgm:pt>
    <dgm:pt modelId="{37069954-6353-4303-855B-BC161C27F155}" type="pres">
      <dgm:prSet presAssocID="{E2A2FA54-8558-4AAE-99A2-947647BB5C3E}" presName="sibTrans" presStyleCnt="0"/>
      <dgm:spPr/>
    </dgm:pt>
    <dgm:pt modelId="{2E3624D4-02DF-4B85-8B8A-AEF3DFD855DE}" type="pres">
      <dgm:prSet presAssocID="{CA4A3193-5BCD-4495-9E9A-7A8ACD3A5F9F}" presName="textNode" presStyleLbl="node1" presStyleIdx="4" presStyleCnt="6">
        <dgm:presLayoutVars>
          <dgm:bulletEnabled val="1"/>
        </dgm:presLayoutVars>
      </dgm:prSet>
      <dgm:spPr/>
    </dgm:pt>
    <dgm:pt modelId="{918134AC-83C2-4B3B-AB4A-DFFA34E279BE}" type="pres">
      <dgm:prSet presAssocID="{40C776EE-1C59-4C97-9DBE-C752B33447F8}" presName="sibTrans" presStyleCnt="0"/>
      <dgm:spPr/>
    </dgm:pt>
    <dgm:pt modelId="{3A9B15BC-2F3C-44BF-B31C-6FA347D21BE7}" type="pres">
      <dgm:prSet presAssocID="{1BC5E749-0B95-43AA-B0F8-EF294347370F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1D98DB18-2416-4C92-A4DE-AE0C1DB7376A}" type="presOf" srcId="{1F37D307-881C-4317-8718-A5FB65E1CD34}" destId="{443DCD5C-B6ED-4607-B9C3-E1CA475FF06E}" srcOrd="0" destOrd="0" presId="urn:microsoft.com/office/officeart/2005/8/layout/hProcess9"/>
    <dgm:cxn modelId="{F8E4D11C-40EA-4945-87BA-183DB6F2225F}" srcId="{E65FECA4-5810-418E-9548-0E5EB33174CD}" destId="{1BC5E749-0B95-43AA-B0F8-EF294347370F}" srcOrd="5" destOrd="0" parTransId="{2FA72E32-04AA-4A2E-BB4F-F793732F235B}" sibTransId="{C7006037-A4AD-4116-B695-EC738A9C91A2}"/>
    <dgm:cxn modelId="{FAA4781E-19E3-4C9A-A7FE-7B5AD052ABA5}" srcId="{E65FECA4-5810-418E-9548-0E5EB33174CD}" destId="{CA4A3193-5BCD-4495-9E9A-7A8ACD3A5F9F}" srcOrd="4" destOrd="0" parTransId="{D80ECC82-1E03-4487-934C-8D3C15F202EE}" sibTransId="{40C776EE-1C59-4C97-9DBE-C752B33447F8}"/>
    <dgm:cxn modelId="{640CC823-4400-4502-BBA3-339113C682F3}" srcId="{E65FECA4-5810-418E-9548-0E5EB33174CD}" destId="{293717C1-9763-469C-8FC2-56047392F82D}" srcOrd="2" destOrd="0" parTransId="{D9AAABAB-237E-4265-BEB0-9DC15C37525E}" sibTransId="{67ABCFA6-D037-4A52-8A18-DFA49D4B8791}"/>
    <dgm:cxn modelId="{D683194E-1078-4917-9343-BD278589F5A6}" srcId="{E65FECA4-5810-418E-9548-0E5EB33174CD}" destId="{9E1DEDF0-E9D3-4C89-ACB5-FCAA65E11198}" srcOrd="0" destOrd="0" parTransId="{93C861C7-343A-48EE-A922-868C44A9CEB3}" sibTransId="{04D9799B-E6A0-4D15-934C-F472ACD69869}"/>
    <dgm:cxn modelId="{15728A76-71EB-4F3B-8786-33276370D05F}" type="presOf" srcId="{E65FECA4-5810-418E-9548-0E5EB33174CD}" destId="{769FDC95-73A8-44ED-BAA9-78A61E6B4AAE}" srcOrd="0" destOrd="0" presId="urn:microsoft.com/office/officeart/2005/8/layout/hProcess9"/>
    <dgm:cxn modelId="{A32F4B79-915C-4969-BB99-EBBCD61D3216}" srcId="{E65FECA4-5810-418E-9548-0E5EB33174CD}" destId="{1F37D307-881C-4317-8718-A5FB65E1CD34}" srcOrd="1" destOrd="0" parTransId="{5DD89627-EBB6-4C5B-A0B3-77D64DB19CE4}" sibTransId="{E1605D64-C964-46F6-84DF-17F1460971F9}"/>
    <dgm:cxn modelId="{582FA95A-1B8E-422D-B342-03F5CE00B120}" srcId="{E65FECA4-5810-418E-9548-0E5EB33174CD}" destId="{DE7F21FD-37E1-467F-9BB3-7B1199949A42}" srcOrd="3" destOrd="0" parTransId="{40EF9FB1-9AE9-4748-9C32-4B79A31711B4}" sibTransId="{E2A2FA54-8558-4AAE-99A2-947647BB5C3E}"/>
    <dgm:cxn modelId="{E44A7D83-F682-4119-B344-B9747DF3B1AD}" type="presOf" srcId="{293717C1-9763-469C-8FC2-56047392F82D}" destId="{B94FBB8D-1046-47AA-8919-0C7EEACAF7FB}" srcOrd="0" destOrd="0" presId="urn:microsoft.com/office/officeart/2005/8/layout/hProcess9"/>
    <dgm:cxn modelId="{72CE788E-8A6F-4A37-B39E-8A8BD8DA1921}" type="presOf" srcId="{1BC5E749-0B95-43AA-B0F8-EF294347370F}" destId="{3A9B15BC-2F3C-44BF-B31C-6FA347D21BE7}" srcOrd="0" destOrd="0" presId="urn:microsoft.com/office/officeart/2005/8/layout/hProcess9"/>
    <dgm:cxn modelId="{B22D2FC2-E09A-490C-B09B-16E27A0AC5E5}" type="presOf" srcId="{9E1DEDF0-E9D3-4C89-ACB5-FCAA65E11198}" destId="{7E4869BB-9B01-462D-A18E-B9678F75FEB6}" srcOrd="0" destOrd="0" presId="urn:microsoft.com/office/officeart/2005/8/layout/hProcess9"/>
    <dgm:cxn modelId="{96DF97D7-0B35-478E-8AA7-C0A80F2A06ED}" type="presOf" srcId="{CA4A3193-5BCD-4495-9E9A-7A8ACD3A5F9F}" destId="{2E3624D4-02DF-4B85-8B8A-AEF3DFD855DE}" srcOrd="0" destOrd="0" presId="urn:microsoft.com/office/officeart/2005/8/layout/hProcess9"/>
    <dgm:cxn modelId="{F0EBEBE7-7A3D-4411-85B8-199A067D9B9B}" type="presOf" srcId="{DE7F21FD-37E1-467F-9BB3-7B1199949A42}" destId="{CB21863C-A563-43B7-A3C6-1450E0FC966C}" srcOrd="0" destOrd="0" presId="urn:microsoft.com/office/officeart/2005/8/layout/hProcess9"/>
    <dgm:cxn modelId="{20936203-1084-4DEB-9C53-A426AC87FBB6}" type="presParOf" srcId="{769FDC95-73A8-44ED-BAA9-78A61E6B4AAE}" destId="{B7BE27BF-68C4-4B19-A611-97DFCA5D5FBA}" srcOrd="0" destOrd="0" presId="urn:microsoft.com/office/officeart/2005/8/layout/hProcess9"/>
    <dgm:cxn modelId="{952D88F7-61B2-4B56-9CA5-6DFB7DCA4970}" type="presParOf" srcId="{769FDC95-73A8-44ED-BAA9-78A61E6B4AAE}" destId="{B8F687A7-B51A-480E-8AE0-46C8DE1B5233}" srcOrd="1" destOrd="0" presId="urn:microsoft.com/office/officeart/2005/8/layout/hProcess9"/>
    <dgm:cxn modelId="{E976B448-66B5-4CB5-A468-D559241A5D2B}" type="presParOf" srcId="{B8F687A7-B51A-480E-8AE0-46C8DE1B5233}" destId="{7E4869BB-9B01-462D-A18E-B9678F75FEB6}" srcOrd="0" destOrd="0" presId="urn:microsoft.com/office/officeart/2005/8/layout/hProcess9"/>
    <dgm:cxn modelId="{1D819FF2-7B59-423B-9BC5-3C27EF1DFFD3}" type="presParOf" srcId="{B8F687A7-B51A-480E-8AE0-46C8DE1B5233}" destId="{C3073CA3-2710-4A4C-A164-9473360219EA}" srcOrd="1" destOrd="0" presId="urn:microsoft.com/office/officeart/2005/8/layout/hProcess9"/>
    <dgm:cxn modelId="{718D357E-F0AF-42CE-ABA0-90E10B9C23CA}" type="presParOf" srcId="{B8F687A7-B51A-480E-8AE0-46C8DE1B5233}" destId="{443DCD5C-B6ED-4607-B9C3-E1CA475FF06E}" srcOrd="2" destOrd="0" presId="urn:microsoft.com/office/officeart/2005/8/layout/hProcess9"/>
    <dgm:cxn modelId="{E621D580-7C95-4EF7-9EE2-D36101964032}" type="presParOf" srcId="{B8F687A7-B51A-480E-8AE0-46C8DE1B5233}" destId="{7EB46DBD-26C0-4883-80B3-6D318A6EE0D0}" srcOrd="3" destOrd="0" presId="urn:microsoft.com/office/officeart/2005/8/layout/hProcess9"/>
    <dgm:cxn modelId="{F6339AC9-C7C4-4C89-8DE1-91759B9D056E}" type="presParOf" srcId="{B8F687A7-B51A-480E-8AE0-46C8DE1B5233}" destId="{B94FBB8D-1046-47AA-8919-0C7EEACAF7FB}" srcOrd="4" destOrd="0" presId="urn:microsoft.com/office/officeart/2005/8/layout/hProcess9"/>
    <dgm:cxn modelId="{82059885-A8F8-4A32-BBD9-097EB5FA7D92}" type="presParOf" srcId="{B8F687A7-B51A-480E-8AE0-46C8DE1B5233}" destId="{FE70368A-070D-4EFB-86D1-FDB14F7ADE0E}" srcOrd="5" destOrd="0" presId="urn:microsoft.com/office/officeart/2005/8/layout/hProcess9"/>
    <dgm:cxn modelId="{13CD7FE6-96FB-4A61-AEF1-014392B5F9AE}" type="presParOf" srcId="{B8F687A7-B51A-480E-8AE0-46C8DE1B5233}" destId="{CB21863C-A563-43B7-A3C6-1450E0FC966C}" srcOrd="6" destOrd="0" presId="urn:microsoft.com/office/officeart/2005/8/layout/hProcess9"/>
    <dgm:cxn modelId="{E640FCE3-EBA3-41A2-AD98-33D33A8562AD}" type="presParOf" srcId="{B8F687A7-B51A-480E-8AE0-46C8DE1B5233}" destId="{37069954-6353-4303-855B-BC161C27F155}" srcOrd="7" destOrd="0" presId="urn:microsoft.com/office/officeart/2005/8/layout/hProcess9"/>
    <dgm:cxn modelId="{58DE21FD-1B3B-4574-B2B3-AD52C99967D4}" type="presParOf" srcId="{B8F687A7-B51A-480E-8AE0-46C8DE1B5233}" destId="{2E3624D4-02DF-4B85-8B8A-AEF3DFD855DE}" srcOrd="8" destOrd="0" presId="urn:microsoft.com/office/officeart/2005/8/layout/hProcess9"/>
    <dgm:cxn modelId="{6592AD94-81D6-4422-9BE0-1FE27C12100B}" type="presParOf" srcId="{B8F687A7-B51A-480E-8AE0-46C8DE1B5233}" destId="{918134AC-83C2-4B3B-AB4A-DFFA34E279BE}" srcOrd="9" destOrd="0" presId="urn:microsoft.com/office/officeart/2005/8/layout/hProcess9"/>
    <dgm:cxn modelId="{31503AF9-785B-4D3E-8C84-3A4EC7C9B8FB}" type="presParOf" srcId="{B8F687A7-B51A-480E-8AE0-46C8DE1B5233}" destId="{3A9B15BC-2F3C-44BF-B31C-6FA347D21BE7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B9701-2887-4E77-B93F-FAAF4D09EC1E}">
      <dsp:nvSpPr>
        <dsp:cNvPr id="0" name=""/>
        <dsp:cNvSpPr/>
      </dsp:nvSpPr>
      <dsp:spPr>
        <a:xfrm>
          <a:off x="16" y="1737244"/>
          <a:ext cx="5661245" cy="6721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/>
            <a:t>At </a:t>
          </a:r>
          <a:r>
            <a:rPr lang="en-US" sz="1400" b="1" i="0" kern="1200" baseline="0" dirty="0">
              <a:solidFill>
                <a:prstClr val="white"/>
              </a:solidFill>
              <a:latin typeface="Calibri"/>
              <a:ea typeface="+mn-ea"/>
              <a:cs typeface="+mn-cs"/>
            </a:rPr>
            <a:t>the end of the month, admin selects the month and clicks “Generate Payroll”</a:t>
          </a:r>
          <a:endParaRPr lang="en-IN" sz="1400" b="1" i="0" kern="1200" baseline="0" dirty="0">
            <a:solidFill>
              <a:prstClr val="white"/>
            </a:solidFill>
            <a:latin typeface="Calibri"/>
            <a:ea typeface="+mn-ea"/>
            <a:cs typeface="+mn-cs"/>
          </a:endParaRPr>
        </a:p>
      </dsp:txBody>
      <dsp:txXfrm>
        <a:off x="32826" y="1770054"/>
        <a:ext cx="5595625" cy="606497"/>
      </dsp:txXfrm>
    </dsp:sp>
    <dsp:sp modelId="{E6A9B7DB-A266-42CF-94C1-51CA63714145}">
      <dsp:nvSpPr>
        <dsp:cNvPr id="0" name=""/>
        <dsp:cNvSpPr/>
      </dsp:nvSpPr>
      <dsp:spPr>
        <a:xfrm>
          <a:off x="0" y="185138"/>
          <a:ext cx="5688632" cy="545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Admin creates freelancer accounts</a:t>
          </a:r>
          <a:endParaRPr lang="en-IN" sz="2000" kern="1200" dirty="0"/>
        </a:p>
      </dsp:txBody>
      <dsp:txXfrm>
        <a:off x="26618" y="211756"/>
        <a:ext cx="5635396" cy="492034"/>
      </dsp:txXfrm>
    </dsp:sp>
    <dsp:sp modelId="{C79493D8-0354-4A0B-8779-52249020067D}">
      <dsp:nvSpPr>
        <dsp:cNvPr id="0" name=""/>
        <dsp:cNvSpPr/>
      </dsp:nvSpPr>
      <dsp:spPr>
        <a:xfrm>
          <a:off x="0" y="725599"/>
          <a:ext cx="5688632" cy="545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solidFill>
                <a:prstClr val="white"/>
              </a:solidFill>
              <a:latin typeface="Calibri"/>
              <a:ea typeface="+mn-ea"/>
              <a:cs typeface="+mn-cs"/>
            </a:rPr>
            <a:t>Freelancers log in and mark attendance daily</a:t>
          </a:r>
          <a:endParaRPr lang="en-IN" sz="2000" b="1" i="0" kern="1200" baseline="0" dirty="0">
            <a:solidFill>
              <a:prstClr val="white"/>
            </a:solidFill>
            <a:latin typeface="Calibri"/>
            <a:ea typeface="+mn-ea"/>
            <a:cs typeface="+mn-cs"/>
          </a:endParaRPr>
        </a:p>
      </dsp:txBody>
      <dsp:txXfrm>
        <a:off x="26618" y="752217"/>
        <a:ext cx="5635396" cy="492034"/>
      </dsp:txXfrm>
    </dsp:sp>
    <dsp:sp modelId="{B1EE727F-C7F0-4D43-B577-FC629888D3BF}">
      <dsp:nvSpPr>
        <dsp:cNvPr id="0" name=""/>
        <dsp:cNvSpPr/>
      </dsp:nvSpPr>
      <dsp:spPr>
        <a:xfrm>
          <a:off x="0" y="1269943"/>
          <a:ext cx="5688632" cy="545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solidFill>
                <a:prstClr val="white"/>
              </a:solidFill>
              <a:latin typeface="Calibri"/>
              <a:ea typeface="+mn-ea"/>
              <a:cs typeface="+mn-cs"/>
            </a:rPr>
            <a:t>Admin sets up pay heads and inputs holidays</a:t>
          </a:r>
          <a:endParaRPr lang="en-IN" sz="2000" b="1" i="0" kern="1200" baseline="0" dirty="0">
            <a:solidFill>
              <a:prstClr val="white"/>
            </a:solidFill>
            <a:latin typeface="Calibri"/>
            <a:ea typeface="+mn-ea"/>
            <a:cs typeface="+mn-cs"/>
          </a:endParaRPr>
        </a:p>
      </dsp:txBody>
      <dsp:txXfrm>
        <a:off x="26618" y="1296561"/>
        <a:ext cx="5635396" cy="492034"/>
      </dsp:txXfrm>
    </dsp:sp>
    <dsp:sp modelId="{A021C11B-69D1-457A-8A8B-84D64BE009EF}">
      <dsp:nvSpPr>
        <dsp:cNvPr id="0" name=""/>
        <dsp:cNvSpPr/>
      </dsp:nvSpPr>
      <dsp:spPr>
        <a:xfrm>
          <a:off x="0" y="2381982"/>
          <a:ext cx="5688632" cy="5552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solidFill>
                <a:prstClr val="white"/>
              </a:solidFill>
              <a:latin typeface="Calibri"/>
              <a:ea typeface="+mn-ea"/>
              <a:cs typeface="+mn-cs"/>
            </a:rPr>
            <a:t>System calculates salary using:</a:t>
          </a:r>
          <a:endParaRPr lang="en-IN" sz="2000" b="1" i="0" kern="1200" baseline="0" dirty="0">
            <a:solidFill>
              <a:prstClr val="white"/>
            </a:solidFill>
            <a:latin typeface="Calibri"/>
            <a:ea typeface="+mn-ea"/>
            <a:cs typeface="+mn-cs"/>
          </a:endParaRPr>
        </a:p>
      </dsp:txBody>
      <dsp:txXfrm>
        <a:off x="27107" y="2409089"/>
        <a:ext cx="5634418" cy="501078"/>
      </dsp:txXfrm>
    </dsp:sp>
    <dsp:sp modelId="{1D0E0CD4-9C99-4B25-8767-0AC70F93A342}">
      <dsp:nvSpPr>
        <dsp:cNvPr id="0" name=""/>
        <dsp:cNvSpPr/>
      </dsp:nvSpPr>
      <dsp:spPr>
        <a:xfrm>
          <a:off x="0" y="2947211"/>
          <a:ext cx="5688632" cy="471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0614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b="0" i="0" kern="1200" baseline="0" dirty="0"/>
            <a:t>*Total working days                                                 *Overtime (if any)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b="0" i="0" kern="1200" baseline="0" dirty="0"/>
            <a:t>*eaves (deducted if unpaid)                                 *Bonuses/Deductions</a:t>
          </a:r>
          <a:endParaRPr lang="en-IN" sz="1400" kern="1200" dirty="0"/>
        </a:p>
      </dsp:txBody>
      <dsp:txXfrm>
        <a:off x="0" y="2947211"/>
        <a:ext cx="5688632" cy="471077"/>
      </dsp:txXfrm>
    </dsp:sp>
    <dsp:sp modelId="{4E20FC04-3F6E-4CE8-9A8C-1284C09B8CC4}">
      <dsp:nvSpPr>
        <dsp:cNvPr id="0" name=""/>
        <dsp:cNvSpPr/>
      </dsp:nvSpPr>
      <dsp:spPr>
        <a:xfrm>
          <a:off x="0" y="3461370"/>
          <a:ext cx="5688632" cy="545270"/>
        </a:xfrm>
        <a:prstGeom prst="roundRect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solidFill>
                <a:prstClr val="white"/>
              </a:solidFill>
              <a:latin typeface="Calibri"/>
              <a:ea typeface="+mn-ea"/>
              <a:cs typeface="+mn-cs"/>
            </a:rPr>
            <a:t>Salary slip is generated and stored</a:t>
          </a:r>
          <a:endParaRPr lang="en-IN" sz="2000" b="1" i="0" kern="1200" baseline="0" dirty="0">
            <a:solidFill>
              <a:prstClr val="white"/>
            </a:solidFill>
            <a:latin typeface="Calibri"/>
            <a:ea typeface="+mn-ea"/>
            <a:cs typeface="+mn-cs"/>
          </a:endParaRPr>
        </a:p>
      </dsp:txBody>
      <dsp:txXfrm>
        <a:off x="26618" y="3487988"/>
        <a:ext cx="5635396" cy="492034"/>
      </dsp:txXfrm>
    </dsp:sp>
    <dsp:sp modelId="{65079825-3E8E-441D-84F9-2FB2782E1BFF}">
      <dsp:nvSpPr>
        <dsp:cNvPr id="0" name=""/>
        <dsp:cNvSpPr/>
      </dsp:nvSpPr>
      <dsp:spPr>
        <a:xfrm>
          <a:off x="0" y="3973684"/>
          <a:ext cx="5688632" cy="545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solidFill>
                <a:prstClr val="white"/>
              </a:solidFill>
              <a:latin typeface="Calibri"/>
              <a:ea typeface="+mn-ea"/>
              <a:cs typeface="+mn-cs"/>
            </a:rPr>
            <a:t>Freelancer logs in to view/download the salary slip</a:t>
          </a:r>
          <a:endParaRPr lang="en-IN" sz="2000" b="1" i="0" kern="1200" baseline="0" dirty="0">
            <a:solidFill>
              <a:prstClr val="white"/>
            </a:solidFill>
            <a:latin typeface="Calibri"/>
            <a:ea typeface="+mn-ea"/>
            <a:cs typeface="+mn-cs"/>
          </a:endParaRPr>
        </a:p>
      </dsp:txBody>
      <dsp:txXfrm>
        <a:off x="26618" y="4000302"/>
        <a:ext cx="5635396" cy="492034"/>
      </dsp:txXfrm>
    </dsp:sp>
    <dsp:sp modelId="{B2EB89CF-78D6-4064-AC5A-F31A0BAA4268}">
      <dsp:nvSpPr>
        <dsp:cNvPr id="0" name=""/>
        <dsp:cNvSpPr/>
      </dsp:nvSpPr>
      <dsp:spPr>
        <a:xfrm>
          <a:off x="0" y="4529080"/>
          <a:ext cx="5688632" cy="545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solidFill>
                <a:prstClr val="white"/>
              </a:solidFill>
              <a:latin typeface="Calibri"/>
              <a:ea typeface="+mn-ea"/>
              <a:cs typeface="+mn-cs"/>
            </a:rPr>
            <a:t>Freelancer can apply for leave, which admin approves or rejects</a:t>
          </a:r>
          <a:endParaRPr lang="en-IN" sz="2000" b="1" i="0" kern="1200" baseline="0" dirty="0">
            <a:solidFill>
              <a:prstClr val="white"/>
            </a:solidFill>
            <a:latin typeface="Calibri"/>
            <a:ea typeface="+mn-ea"/>
            <a:cs typeface="+mn-cs"/>
          </a:endParaRPr>
        </a:p>
      </dsp:txBody>
      <dsp:txXfrm>
        <a:off x="26618" y="4555698"/>
        <a:ext cx="5635396" cy="492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E27BF-68C4-4B19-A611-97DFCA5D5FBA}">
      <dsp:nvSpPr>
        <dsp:cNvPr id="0" name=""/>
        <dsp:cNvSpPr/>
      </dsp:nvSpPr>
      <dsp:spPr>
        <a:xfrm>
          <a:off x="680399" y="0"/>
          <a:ext cx="7711192" cy="485069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4869BB-9B01-462D-A18E-B9678F75FEB6}">
      <dsp:nvSpPr>
        <dsp:cNvPr id="0" name=""/>
        <dsp:cNvSpPr/>
      </dsp:nvSpPr>
      <dsp:spPr>
        <a:xfrm>
          <a:off x="2491" y="1455208"/>
          <a:ext cx="1450721" cy="19402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 Requirement Analysis 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 Identify user requirements and technical specification</a:t>
          </a:r>
        </a:p>
      </dsp:txBody>
      <dsp:txXfrm>
        <a:off x="73309" y="1526026"/>
        <a:ext cx="1309085" cy="1798642"/>
      </dsp:txXfrm>
    </dsp:sp>
    <dsp:sp modelId="{443DCD5C-B6ED-4607-B9C3-E1CA475FF06E}">
      <dsp:nvSpPr>
        <dsp:cNvPr id="0" name=""/>
        <dsp:cNvSpPr/>
      </dsp:nvSpPr>
      <dsp:spPr>
        <a:xfrm>
          <a:off x="1525748" y="1455208"/>
          <a:ext cx="1450721" cy="19402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System Design 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 Sketch UI components</a:t>
          </a:r>
        </a:p>
      </dsp:txBody>
      <dsp:txXfrm>
        <a:off x="1596566" y="1526026"/>
        <a:ext cx="1309085" cy="1798642"/>
      </dsp:txXfrm>
    </dsp:sp>
    <dsp:sp modelId="{B94FBB8D-1046-47AA-8919-0C7EEACAF7FB}">
      <dsp:nvSpPr>
        <dsp:cNvPr id="0" name=""/>
        <dsp:cNvSpPr/>
      </dsp:nvSpPr>
      <dsp:spPr>
        <a:xfrm>
          <a:off x="3049006" y="1455208"/>
          <a:ext cx="1450721" cy="19402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 Development: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 Implement backend logic, APIs and frontend UI</a:t>
          </a:r>
        </a:p>
      </dsp:txBody>
      <dsp:txXfrm>
        <a:off x="3119824" y="1526026"/>
        <a:ext cx="1309085" cy="1798642"/>
      </dsp:txXfrm>
    </dsp:sp>
    <dsp:sp modelId="{CB21863C-A563-43B7-A3C6-1450E0FC966C}">
      <dsp:nvSpPr>
        <dsp:cNvPr id="0" name=""/>
        <dsp:cNvSpPr/>
      </dsp:nvSpPr>
      <dsp:spPr>
        <a:xfrm>
          <a:off x="4572263" y="1455208"/>
          <a:ext cx="1450721" cy="19402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 Testing 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 Unit testing, security testing and performance evaluation.</a:t>
          </a:r>
        </a:p>
      </dsp:txBody>
      <dsp:txXfrm>
        <a:off x="4643081" y="1526026"/>
        <a:ext cx="1309085" cy="1798642"/>
      </dsp:txXfrm>
    </dsp:sp>
    <dsp:sp modelId="{2E3624D4-02DF-4B85-8B8A-AEF3DFD855DE}">
      <dsp:nvSpPr>
        <dsp:cNvPr id="0" name=""/>
        <dsp:cNvSpPr/>
      </dsp:nvSpPr>
      <dsp:spPr>
        <a:xfrm>
          <a:off x="6095520" y="1455208"/>
          <a:ext cx="1450721" cy="19402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Deploy –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 Implement and collect end-user feedback</a:t>
          </a:r>
        </a:p>
      </dsp:txBody>
      <dsp:txXfrm>
        <a:off x="6166338" y="1526026"/>
        <a:ext cx="1309085" cy="1798642"/>
      </dsp:txXfrm>
    </dsp:sp>
    <dsp:sp modelId="{3A9B15BC-2F3C-44BF-B31C-6FA347D21BE7}">
      <dsp:nvSpPr>
        <dsp:cNvPr id="0" name=""/>
        <dsp:cNvSpPr/>
      </dsp:nvSpPr>
      <dsp:spPr>
        <a:xfrm>
          <a:off x="7618778" y="1455208"/>
          <a:ext cx="1450721" cy="19402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Continuous Improvement –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Add in more features enhancement</a:t>
          </a:r>
        </a:p>
      </dsp:txBody>
      <dsp:txXfrm>
        <a:off x="7689596" y="1526026"/>
        <a:ext cx="1309085" cy="17986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4.png"/><Relationship Id="rId9" Type="http://schemas.microsoft.com/office/2007/relationships/diagramDrawing" Target="../diagrams/drawin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2nd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861428"/>
              </p:ext>
            </p:extLst>
          </p:nvPr>
        </p:nvGraphicFramePr>
        <p:xfrm>
          <a:off x="1696134" y="308600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2301730218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 NIKHIL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2301730230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BALVINDER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2301730274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DEEPIKA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2301730276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-9382" y="1349914"/>
            <a:ext cx="90756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3200" b="1" dirty="0" err="1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PayLance</a:t>
            </a:r>
            <a:r>
              <a:rPr lang="en-IN" sz="32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– Smart Payroll &amp; Finance Management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Industry Mentor: MR. ASHWANI GUPTA</a:t>
            </a:r>
          </a:p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DR. MEGHA SHARMA</a:t>
            </a: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97768" y="1434161"/>
            <a:ext cx="8784976" cy="4400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dirty="0"/>
              <a:t>Salary Payroll App</a:t>
            </a:r>
            <a:r>
              <a:rPr lang="en-US" sz="2800" dirty="0"/>
              <a:t> allows users to store detailed payment records, track salary disbursements, and ensure compliance with payment standards for freelance workers. This system features both Admin and Employee (Freelancer) panels.</a:t>
            </a:r>
          </a:p>
          <a:p>
            <a:r>
              <a:rPr lang="en-US" sz="2800" dirty="0"/>
              <a:t>In future updates, features like </a:t>
            </a:r>
            <a:r>
              <a:rPr lang="en-US" sz="2800" b="1" dirty="0"/>
              <a:t>automated salary calculations, tax deductions, and real-time payment tracking</a:t>
            </a:r>
            <a:r>
              <a:rPr lang="en-US" sz="2800" dirty="0"/>
              <a:t> will be included to enhance user experience and functionality.</a:t>
            </a:r>
          </a:p>
          <a:p>
            <a:pPr algn="just" fontAlgn="base">
              <a:lnSpc>
                <a:spcPct val="107000"/>
              </a:lnSpc>
            </a:pPr>
            <a:endParaRPr lang="en-US" sz="2800" kern="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-27613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DD4A08DF-6A3D-E6C4-026C-51C1681EC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71" y="1035098"/>
            <a:ext cx="862925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web-based salary management app for freelance employees.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record and track salary disbursements, including bonuses and deductions.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manage employee attendance and leave requests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accuracy, transparency, and compliance in freelance payroll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a user-friendly interface for both admin and freelance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automate the creation and access of salary slips for freelancers.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0" y="1100446"/>
            <a:ext cx="8784976" cy="5169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Admin Panel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Manage freelancer profiles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Salary processing and slip generation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Overtime and deduction tracking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Attendance and leave management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Month-wise salary calculation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Holiday and working hours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Freelancer Panel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Daily punch in/out for attendance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Profile management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View/download salary slips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Submit and track leave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General Features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Responsive Bootstrap UI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Role-based access (Admin vs Freelancer)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Secure login/logout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MySQL database integration</a:t>
            </a:r>
          </a:p>
          <a:p>
            <a:pPr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25844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Use</a:t>
            </a:r>
            <a:r>
              <a:rPr lang="en-US" sz="3200" b="1" kern="1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cases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4523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Use-Cases: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Small businesses and startups managing multiple freelance workers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HR teams needing digital tools for contract-based payroll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Freelancers looking for salary record transparency</a:t>
            </a:r>
          </a:p>
          <a:p>
            <a:pPr algn="ctr"/>
            <a:r>
              <a:rPr lang="en-US" sz="2400" b="1" dirty="0"/>
              <a:t>Scope: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Currently focused on freelance/contract-based salary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Extendable to regular full-time payroll with taxation and compliance modules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Scalable to include SMS/email salary notifications, analytics, and integration with payment gateways</a:t>
            </a:r>
          </a:p>
          <a:p>
            <a:pPr marL="0" marR="0" algn="ctr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449"/>
    </mc:Choice>
    <mc:Fallback>
      <p:transition spd="slow" advTm="344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Flow diagram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6AE9F7CA-24CB-03BE-6F12-1DC0B1CAF4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6620132"/>
              </p:ext>
            </p:extLst>
          </p:nvPr>
        </p:nvGraphicFramePr>
        <p:xfrm>
          <a:off x="1619672" y="1191477"/>
          <a:ext cx="5688632" cy="511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218"/>
    </mc:Choice>
    <mc:Fallback>
      <p:transition spd="slow" advTm="4321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0" y="1293835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D400063-7ED7-0E5F-D84A-2D7A2D828297}"/>
              </a:ext>
            </a:extLst>
          </p:cNvPr>
          <p:cNvGrpSpPr/>
          <p:nvPr/>
        </p:nvGrpSpPr>
        <p:grpSpPr>
          <a:xfrm>
            <a:off x="679479" y="1480232"/>
            <a:ext cx="7632848" cy="4003244"/>
            <a:chOff x="611560" y="1436727"/>
            <a:chExt cx="7632848" cy="400324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F008256-AB12-F4BE-3EAA-59A197F255A9}"/>
                </a:ext>
              </a:extLst>
            </p:cNvPr>
            <p:cNvSpPr/>
            <p:nvPr/>
          </p:nvSpPr>
          <p:spPr>
            <a:xfrm>
              <a:off x="611560" y="1436727"/>
              <a:ext cx="7632848" cy="711360"/>
            </a:xfrm>
            <a:custGeom>
              <a:avLst/>
              <a:gdLst>
                <a:gd name="connsiteX0" fmla="*/ 0 w 7632848"/>
                <a:gd name="connsiteY0" fmla="*/ 118562 h 711360"/>
                <a:gd name="connsiteX1" fmla="*/ 118562 w 7632848"/>
                <a:gd name="connsiteY1" fmla="*/ 0 h 711360"/>
                <a:gd name="connsiteX2" fmla="*/ 7514286 w 7632848"/>
                <a:gd name="connsiteY2" fmla="*/ 0 h 711360"/>
                <a:gd name="connsiteX3" fmla="*/ 7632848 w 7632848"/>
                <a:gd name="connsiteY3" fmla="*/ 118562 h 711360"/>
                <a:gd name="connsiteX4" fmla="*/ 7632848 w 7632848"/>
                <a:gd name="connsiteY4" fmla="*/ 592798 h 711360"/>
                <a:gd name="connsiteX5" fmla="*/ 7514286 w 7632848"/>
                <a:gd name="connsiteY5" fmla="*/ 711360 h 711360"/>
                <a:gd name="connsiteX6" fmla="*/ 118562 w 7632848"/>
                <a:gd name="connsiteY6" fmla="*/ 711360 h 711360"/>
                <a:gd name="connsiteX7" fmla="*/ 0 w 7632848"/>
                <a:gd name="connsiteY7" fmla="*/ 592798 h 711360"/>
                <a:gd name="connsiteX8" fmla="*/ 0 w 7632848"/>
                <a:gd name="connsiteY8" fmla="*/ 118562 h 71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32848" h="711360">
                  <a:moveTo>
                    <a:pt x="0" y="118562"/>
                  </a:moveTo>
                  <a:cubicBezTo>
                    <a:pt x="0" y="53082"/>
                    <a:pt x="53082" y="0"/>
                    <a:pt x="118562" y="0"/>
                  </a:cubicBezTo>
                  <a:lnTo>
                    <a:pt x="7514286" y="0"/>
                  </a:lnTo>
                  <a:cubicBezTo>
                    <a:pt x="7579766" y="0"/>
                    <a:pt x="7632848" y="53082"/>
                    <a:pt x="7632848" y="118562"/>
                  </a:cubicBezTo>
                  <a:lnTo>
                    <a:pt x="7632848" y="592798"/>
                  </a:lnTo>
                  <a:cubicBezTo>
                    <a:pt x="7632848" y="658278"/>
                    <a:pt x="7579766" y="711360"/>
                    <a:pt x="7514286" y="711360"/>
                  </a:cubicBezTo>
                  <a:lnTo>
                    <a:pt x="118562" y="711360"/>
                  </a:lnTo>
                  <a:cubicBezTo>
                    <a:pt x="53082" y="711360"/>
                    <a:pt x="0" y="658278"/>
                    <a:pt x="0" y="592798"/>
                  </a:cubicBezTo>
                  <a:lnTo>
                    <a:pt x="0" y="11856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926" tIns="110926" rIns="110926" bIns="110926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b="1" dirty="0"/>
                <a:t>Frontend</a:t>
              </a:r>
              <a:r>
                <a:rPr lang="en-IN" sz="2000" dirty="0"/>
                <a:t>: HTML, CSS (Bootstrap), JavaScript</a:t>
              </a:r>
              <a:endParaRPr lang="en-IN" sz="2000" b="0" i="0" kern="1200" dirty="0"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C640023-B62A-E2E3-A26E-F62A578EE9A3}"/>
                </a:ext>
              </a:extLst>
            </p:cNvPr>
            <p:cNvSpPr/>
            <p:nvPr/>
          </p:nvSpPr>
          <p:spPr>
            <a:xfrm>
              <a:off x="611560" y="2266211"/>
              <a:ext cx="7632848" cy="711360"/>
            </a:xfrm>
            <a:custGeom>
              <a:avLst/>
              <a:gdLst>
                <a:gd name="connsiteX0" fmla="*/ 0 w 7632848"/>
                <a:gd name="connsiteY0" fmla="*/ 118562 h 711360"/>
                <a:gd name="connsiteX1" fmla="*/ 118562 w 7632848"/>
                <a:gd name="connsiteY1" fmla="*/ 0 h 711360"/>
                <a:gd name="connsiteX2" fmla="*/ 7514286 w 7632848"/>
                <a:gd name="connsiteY2" fmla="*/ 0 h 711360"/>
                <a:gd name="connsiteX3" fmla="*/ 7632848 w 7632848"/>
                <a:gd name="connsiteY3" fmla="*/ 118562 h 711360"/>
                <a:gd name="connsiteX4" fmla="*/ 7632848 w 7632848"/>
                <a:gd name="connsiteY4" fmla="*/ 592798 h 711360"/>
                <a:gd name="connsiteX5" fmla="*/ 7514286 w 7632848"/>
                <a:gd name="connsiteY5" fmla="*/ 711360 h 711360"/>
                <a:gd name="connsiteX6" fmla="*/ 118562 w 7632848"/>
                <a:gd name="connsiteY6" fmla="*/ 711360 h 711360"/>
                <a:gd name="connsiteX7" fmla="*/ 0 w 7632848"/>
                <a:gd name="connsiteY7" fmla="*/ 592798 h 711360"/>
                <a:gd name="connsiteX8" fmla="*/ 0 w 7632848"/>
                <a:gd name="connsiteY8" fmla="*/ 118562 h 71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32848" h="711360">
                  <a:moveTo>
                    <a:pt x="0" y="118562"/>
                  </a:moveTo>
                  <a:cubicBezTo>
                    <a:pt x="0" y="53082"/>
                    <a:pt x="53082" y="0"/>
                    <a:pt x="118562" y="0"/>
                  </a:cubicBezTo>
                  <a:lnTo>
                    <a:pt x="7514286" y="0"/>
                  </a:lnTo>
                  <a:cubicBezTo>
                    <a:pt x="7579766" y="0"/>
                    <a:pt x="7632848" y="53082"/>
                    <a:pt x="7632848" y="118562"/>
                  </a:cubicBezTo>
                  <a:lnTo>
                    <a:pt x="7632848" y="592798"/>
                  </a:lnTo>
                  <a:cubicBezTo>
                    <a:pt x="7632848" y="658278"/>
                    <a:pt x="7579766" y="711360"/>
                    <a:pt x="7514286" y="711360"/>
                  </a:cubicBezTo>
                  <a:lnTo>
                    <a:pt x="118562" y="711360"/>
                  </a:lnTo>
                  <a:cubicBezTo>
                    <a:pt x="53082" y="711360"/>
                    <a:pt x="0" y="658278"/>
                    <a:pt x="0" y="592798"/>
                  </a:cubicBezTo>
                  <a:lnTo>
                    <a:pt x="0" y="11856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926" tIns="110926" rIns="110926" bIns="110926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dirty="0"/>
                <a:t>Database: </a:t>
              </a:r>
              <a:r>
                <a:rPr lang="en-US" sz="2000" b="0" i="0" kern="1200" dirty="0">
                  <a:solidFill>
                    <a:prstClr val="white"/>
                  </a:solidFill>
                  <a:latin typeface="Calibri"/>
                  <a:ea typeface="+mn-ea"/>
                  <a:cs typeface="+mn-cs"/>
                </a:rPr>
                <a:t>MySQL (for storing </a:t>
              </a:r>
              <a:r>
                <a:rPr lang="en-IN" sz="2000" b="0" i="0" kern="1200" dirty="0">
                  <a:solidFill>
                    <a:prstClr val="white"/>
                  </a:solidFill>
                  <a:latin typeface="Calibri"/>
                  <a:ea typeface="+mn-ea"/>
                  <a:cs typeface="+mn-cs"/>
                </a:rPr>
                <a:t>salary records</a:t>
              </a:r>
              <a:r>
                <a:rPr lang="en-US" sz="2000" b="0" i="0" kern="1200" dirty="0">
                  <a:solidFill>
                    <a:prstClr val="white"/>
                  </a:solidFill>
                  <a:latin typeface="Calibri"/>
                  <a:ea typeface="+mn-ea"/>
                  <a:cs typeface="+mn-cs"/>
                </a:rPr>
                <a:t>).</a:t>
              </a:r>
              <a:endParaRPr lang="en-IN" sz="2000" b="0" i="0" kern="1200" dirty="0"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D30CD7E-7DB1-C00D-5D32-15A4F7A887DA}"/>
                </a:ext>
              </a:extLst>
            </p:cNvPr>
            <p:cNvSpPr/>
            <p:nvPr/>
          </p:nvSpPr>
          <p:spPr>
            <a:xfrm>
              <a:off x="611560" y="3087011"/>
              <a:ext cx="7632848" cy="711360"/>
            </a:xfrm>
            <a:custGeom>
              <a:avLst/>
              <a:gdLst>
                <a:gd name="connsiteX0" fmla="*/ 0 w 7632848"/>
                <a:gd name="connsiteY0" fmla="*/ 118562 h 711360"/>
                <a:gd name="connsiteX1" fmla="*/ 118562 w 7632848"/>
                <a:gd name="connsiteY1" fmla="*/ 0 h 711360"/>
                <a:gd name="connsiteX2" fmla="*/ 7514286 w 7632848"/>
                <a:gd name="connsiteY2" fmla="*/ 0 h 711360"/>
                <a:gd name="connsiteX3" fmla="*/ 7632848 w 7632848"/>
                <a:gd name="connsiteY3" fmla="*/ 118562 h 711360"/>
                <a:gd name="connsiteX4" fmla="*/ 7632848 w 7632848"/>
                <a:gd name="connsiteY4" fmla="*/ 592798 h 711360"/>
                <a:gd name="connsiteX5" fmla="*/ 7514286 w 7632848"/>
                <a:gd name="connsiteY5" fmla="*/ 711360 h 711360"/>
                <a:gd name="connsiteX6" fmla="*/ 118562 w 7632848"/>
                <a:gd name="connsiteY6" fmla="*/ 711360 h 711360"/>
                <a:gd name="connsiteX7" fmla="*/ 0 w 7632848"/>
                <a:gd name="connsiteY7" fmla="*/ 592798 h 711360"/>
                <a:gd name="connsiteX8" fmla="*/ 0 w 7632848"/>
                <a:gd name="connsiteY8" fmla="*/ 118562 h 71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32848" h="711360">
                  <a:moveTo>
                    <a:pt x="0" y="118562"/>
                  </a:moveTo>
                  <a:cubicBezTo>
                    <a:pt x="0" y="53082"/>
                    <a:pt x="53082" y="0"/>
                    <a:pt x="118562" y="0"/>
                  </a:cubicBezTo>
                  <a:lnTo>
                    <a:pt x="7514286" y="0"/>
                  </a:lnTo>
                  <a:cubicBezTo>
                    <a:pt x="7579766" y="0"/>
                    <a:pt x="7632848" y="53082"/>
                    <a:pt x="7632848" y="118562"/>
                  </a:cubicBezTo>
                  <a:lnTo>
                    <a:pt x="7632848" y="592798"/>
                  </a:lnTo>
                  <a:cubicBezTo>
                    <a:pt x="7632848" y="658278"/>
                    <a:pt x="7579766" y="711360"/>
                    <a:pt x="7514286" y="711360"/>
                  </a:cubicBezTo>
                  <a:lnTo>
                    <a:pt x="118562" y="711360"/>
                  </a:lnTo>
                  <a:cubicBezTo>
                    <a:pt x="53082" y="711360"/>
                    <a:pt x="0" y="658278"/>
                    <a:pt x="0" y="592798"/>
                  </a:cubicBezTo>
                  <a:lnTo>
                    <a:pt x="0" y="11856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926" tIns="110926" rIns="110926" bIns="110926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b="1" dirty="0"/>
                <a:t>Backend</a:t>
              </a:r>
              <a:r>
                <a:rPr lang="en-IN" sz="2000" dirty="0"/>
                <a:t>: PHP</a:t>
              </a:r>
              <a:endParaRPr lang="en-IN" sz="2000" b="0" i="0" kern="1200" dirty="0"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00EA41C-2261-02B0-688B-4FDF37F1F514}"/>
                </a:ext>
              </a:extLst>
            </p:cNvPr>
            <p:cNvSpPr/>
            <p:nvPr/>
          </p:nvSpPr>
          <p:spPr>
            <a:xfrm>
              <a:off x="611560" y="3907811"/>
              <a:ext cx="7632848" cy="711360"/>
            </a:xfrm>
            <a:custGeom>
              <a:avLst/>
              <a:gdLst>
                <a:gd name="connsiteX0" fmla="*/ 0 w 7632848"/>
                <a:gd name="connsiteY0" fmla="*/ 118562 h 711360"/>
                <a:gd name="connsiteX1" fmla="*/ 118562 w 7632848"/>
                <a:gd name="connsiteY1" fmla="*/ 0 h 711360"/>
                <a:gd name="connsiteX2" fmla="*/ 7514286 w 7632848"/>
                <a:gd name="connsiteY2" fmla="*/ 0 h 711360"/>
                <a:gd name="connsiteX3" fmla="*/ 7632848 w 7632848"/>
                <a:gd name="connsiteY3" fmla="*/ 118562 h 711360"/>
                <a:gd name="connsiteX4" fmla="*/ 7632848 w 7632848"/>
                <a:gd name="connsiteY4" fmla="*/ 592798 h 711360"/>
                <a:gd name="connsiteX5" fmla="*/ 7514286 w 7632848"/>
                <a:gd name="connsiteY5" fmla="*/ 711360 h 711360"/>
                <a:gd name="connsiteX6" fmla="*/ 118562 w 7632848"/>
                <a:gd name="connsiteY6" fmla="*/ 711360 h 711360"/>
                <a:gd name="connsiteX7" fmla="*/ 0 w 7632848"/>
                <a:gd name="connsiteY7" fmla="*/ 592798 h 711360"/>
                <a:gd name="connsiteX8" fmla="*/ 0 w 7632848"/>
                <a:gd name="connsiteY8" fmla="*/ 118562 h 71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32848" h="711360">
                  <a:moveTo>
                    <a:pt x="0" y="118562"/>
                  </a:moveTo>
                  <a:cubicBezTo>
                    <a:pt x="0" y="53082"/>
                    <a:pt x="53082" y="0"/>
                    <a:pt x="118562" y="0"/>
                  </a:cubicBezTo>
                  <a:lnTo>
                    <a:pt x="7514286" y="0"/>
                  </a:lnTo>
                  <a:cubicBezTo>
                    <a:pt x="7579766" y="0"/>
                    <a:pt x="7632848" y="53082"/>
                    <a:pt x="7632848" y="118562"/>
                  </a:cubicBezTo>
                  <a:lnTo>
                    <a:pt x="7632848" y="592798"/>
                  </a:lnTo>
                  <a:cubicBezTo>
                    <a:pt x="7632848" y="658278"/>
                    <a:pt x="7579766" y="711360"/>
                    <a:pt x="7514286" y="711360"/>
                  </a:cubicBezTo>
                  <a:lnTo>
                    <a:pt x="118562" y="711360"/>
                  </a:lnTo>
                  <a:cubicBezTo>
                    <a:pt x="53082" y="711360"/>
                    <a:pt x="0" y="658278"/>
                    <a:pt x="0" y="592798"/>
                  </a:cubicBezTo>
                  <a:lnTo>
                    <a:pt x="0" y="11856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926" tIns="110926" rIns="110926" bIns="110926" numCol="1" spcCol="1270" anchor="ctr" anchorCtr="0">
              <a:noAutofit/>
            </a:bodyPr>
            <a:lstStyle/>
            <a:p>
              <a:pPr marR="76200" lvl="0" algn="just">
                <a:lnSpc>
                  <a:spcPct val="115000"/>
                </a:lnSpc>
              </a:pPr>
              <a:r>
                <a:rPr lang="en-US" sz="2000" b="1" dirty="0"/>
                <a:t>Version Control: </a:t>
              </a:r>
              <a:r>
                <a:rPr lang="en-US" sz="1800" dirty="0">
                  <a:effectLst/>
                  <a:latin typeface="Times New Roman" panose="02020603050405020304" pitchFamily="18" charset="0"/>
                  <a:ea typeface="Verdana" panose="020B0604030504040204" pitchFamily="34" charset="0"/>
                  <a:cs typeface="Verdana" panose="020B0604030504040204" pitchFamily="34" charset="0"/>
                </a:rPr>
                <a:t>Git &amp; GitHub (To collaborate and manage the versioning of code a smooth workflow during development of multi-developers).</a:t>
              </a:r>
              <a:endParaRPr lang="en-IN" sz="2000" b="0" i="0" kern="1200" dirty="0">
                <a:solidFill>
                  <a:prstClr val="white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47E98B-5BE2-BD30-D9AD-1574D5C1D826}"/>
                </a:ext>
              </a:extLst>
            </p:cNvPr>
            <p:cNvSpPr/>
            <p:nvPr/>
          </p:nvSpPr>
          <p:spPr>
            <a:xfrm>
              <a:off x="611560" y="4728611"/>
              <a:ext cx="7632848" cy="711360"/>
            </a:xfrm>
            <a:custGeom>
              <a:avLst/>
              <a:gdLst>
                <a:gd name="connsiteX0" fmla="*/ 0 w 7632848"/>
                <a:gd name="connsiteY0" fmla="*/ 118562 h 711360"/>
                <a:gd name="connsiteX1" fmla="*/ 118562 w 7632848"/>
                <a:gd name="connsiteY1" fmla="*/ 0 h 711360"/>
                <a:gd name="connsiteX2" fmla="*/ 7514286 w 7632848"/>
                <a:gd name="connsiteY2" fmla="*/ 0 h 711360"/>
                <a:gd name="connsiteX3" fmla="*/ 7632848 w 7632848"/>
                <a:gd name="connsiteY3" fmla="*/ 118562 h 711360"/>
                <a:gd name="connsiteX4" fmla="*/ 7632848 w 7632848"/>
                <a:gd name="connsiteY4" fmla="*/ 592798 h 711360"/>
                <a:gd name="connsiteX5" fmla="*/ 7514286 w 7632848"/>
                <a:gd name="connsiteY5" fmla="*/ 711360 h 711360"/>
                <a:gd name="connsiteX6" fmla="*/ 118562 w 7632848"/>
                <a:gd name="connsiteY6" fmla="*/ 711360 h 711360"/>
                <a:gd name="connsiteX7" fmla="*/ 0 w 7632848"/>
                <a:gd name="connsiteY7" fmla="*/ 592798 h 711360"/>
                <a:gd name="connsiteX8" fmla="*/ 0 w 7632848"/>
                <a:gd name="connsiteY8" fmla="*/ 118562 h 71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32848" h="711360">
                  <a:moveTo>
                    <a:pt x="0" y="118562"/>
                  </a:moveTo>
                  <a:cubicBezTo>
                    <a:pt x="0" y="53082"/>
                    <a:pt x="53082" y="0"/>
                    <a:pt x="118562" y="0"/>
                  </a:cubicBezTo>
                  <a:lnTo>
                    <a:pt x="7514286" y="0"/>
                  </a:lnTo>
                  <a:cubicBezTo>
                    <a:pt x="7579766" y="0"/>
                    <a:pt x="7632848" y="53082"/>
                    <a:pt x="7632848" y="118562"/>
                  </a:cubicBezTo>
                  <a:lnTo>
                    <a:pt x="7632848" y="592798"/>
                  </a:lnTo>
                  <a:cubicBezTo>
                    <a:pt x="7632848" y="658278"/>
                    <a:pt x="7579766" y="711360"/>
                    <a:pt x="7514286" y="711360"/>
                  </a:cubicBezTo>
                  <a:lnTo>
                    <a:pt x="118562" y="711360"/>
                  </a:lnTo>
                  <a:cubicBezTo>
                    <a:pt x="53082" y="711360"/>
                    <a:pt x="0" y="658278"/>
                    <a:pt x="0" y="592798"/>
                  </a:cubicBezTo>
                  <a:lnTo>
                    <a:pt x="0" y="118562"/>
                  </a:lnTo>
                  <a:close/>
                </a:path>
              </a:pathLst>
            </a:cu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0926" tIns="110926" rIns="110926" bIns="110926" numCol="1" spcCol="1270" anchor="ctr" anchorCtr="0">
              <a:noAutofit/>
            </a:bodyPr>
            <a:lstStyle/>
            <a:p>
              <a:pPr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Tools</a:t>
              </a:r>
              <a:r>
                <a:rPr lang="en-US" sz="2000" dirty="0"/>
                <a:t>: XAMPP/WAMP for local development, phpMyAdmin</a:t>
              </a:r>
              <a:endParaRPr lang="en-US" sz="2200" b="0" i="0" kern="12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231502"/>
    </mc:Choice>
    <mc:Fallback>
      <p:transition advTm="2315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9945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4FAE83F4-7DD6-7CC3-15E6-5040EF46E1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4846705"/>
              </p:ext>
            </p:extLst>
          </p:nvPr>
        </p:nvGraphicFramePr>
        <p:xfrm>
          <a:off x="72009" y="1229250"/>
          <a:ext cx="9071991" cy="4850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51157A88-3D5E-E639-B47A-46939E8C4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7" y="1231157"/>
            <a:ext cx="910850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Results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Accurate, on-time payroll management for freelancers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Seamless interaction between Admin and Freelancers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generation and access of salary slips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Boosts efficiency and professionalism in freelance workforce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administrative overhead for businesses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Increases freelancer trust and satisfaction with transparent payment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0.5|4.1|4|3.4|1.2|4.1|4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6303</TotalTime>
  <Words>635</Words>
  <Application>Microsoft Office PowerPoint</Application>
  <PresentationFormat>On-screen Show (4:3)</PresentationFormat>
  <Paragraphs>112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Deepika Gupta</cp:lastModifiedBy>
  <cp:revision>333</cp:revision>
  <cp:lastPrinted>2022-09-05T08:43:44Z</cp:lastPrinted>
  <dcterms:created xsi:type="dcterms:W3CDTF">2020-01-16T09:05:56Z</dcterms:created>
  <dcterms:modified xsi:type="dcterms:W3CDTF">2025-04-20T10:09:17Z</dcterms:modified>
</cp:coreProperties>
</file>